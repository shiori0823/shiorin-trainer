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「私、ちゃんと進んでた」に気づく90分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600" dirty="0"/>
          </a:p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204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絶対に取りたい記録、勝ちたい試合があるパワーリフターへ。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今日は、「メンタルを強くする方法」ではなく、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「自分のメンタルをどう扱うか」を一緒に考えていきます。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こんな経験、ありませんか？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練習では挙がったのに、試合では取れない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大事な一本ほど「失敗したらどうしよう」と思う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一本落とすと、その後まで引きずる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ライバルや順位を見ると焦る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試合前になると「もっとやらなきゃ」と不安になる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結果が出ないと、自分まで否定したくなる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最近1か月の「できたのかけら」を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やめたことは？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失敗したあとにやったことは？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702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2702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以前より少しできるようになったことは？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2026-09-18T07:57:43Z</dcterms:created>
  <dcterms:modified xsi:type="dcterms:W3CDTF">2026-09-18T07:57:43Z</dcterms:modified>
</cp:coreProperties>
</file>