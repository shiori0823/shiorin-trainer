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「私、ちゃんと進んでた」に気づく90分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70"/>
              </a:lnSpc>
              <a:buNone/>
            </a:pPr>
            <a:r>
              <a:rPr lang="en-US" sz="4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</a:t>
            </a:r>
            <a:endParaRPr lang="en-US" sz="4600" dirty="0"/>
          </a:p>
          <a:p>
            <a:pPr algn="l" indent="0" marL="0">
              <a:lnSpc>
                <a:spcPts val="6670"/>
              </a:lnSpc>
              <a:buNone/>
            </a:pPr>
            <a:r>
              <a:rPr lang="en-US" sz="4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ワークショップ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1188720" cy="36576"/>
          </a:xfrm>
          <a:prstGeom prst="rect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5204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絶対に取りたい記録、勝ちたい試合があるパワーリフターへ。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今日は、「メンタルを強くする方法」ではなく、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「自分のメンタルをどう扱うか」を一緒に考えていきます。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こんな経験、ありませんか？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642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642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練習では挙がったのに、試合では取れない</a:t>
            </a:r>
            <a:endParaRPr lang="en-US" sz="1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9397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939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大事な一本ほど「失敗したらどうしよう」と思う</a:t>
            </a:r>
            <a:endParaRPr lang="en-US" sz="17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237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237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一本落とすと、その後まで引きずる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535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535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ライバルや順位を見ると焦る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832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832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試合前になると「もっとやらなきゃ」と不安になる</a:t>
            </a:r>
            <a:endParaRPr lang="en-US" sz="1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130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130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結果が出ないと、自分まで否定したくなる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7498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1つでもあったら、今日の90分はあなたのための時間です。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90分後、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9456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「もっとメンタルを強くしなきゃ」　ではなく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97180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「今の自分には、すでにこんな力がある」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70332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「次の試合に向けて、私はこれをやればいい」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がわかる状態を目指します。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今日、目指さないこと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緊張しない。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41448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不安にならない。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099816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099816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失敗を怖がらない。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758184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3758184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いつもポジティブ。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079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これを目指すわけではありません。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目指すのは、こちら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緊張してもいい。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不安になってもいい。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怖くてもいい。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その中で、「今、自分は何をすればいい？」がわかって、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実際に行動できる選手になる。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私もずっと「まだまだ」でした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競技歴11年以上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日本記録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世界大会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結果だけ見ると、「自信がある人」に見えるかもしれません。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でも、私の中にはずっと「もっと強くならなきゃ」がありました。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「1位じゃなきゃ意味がない」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1位になりたい。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というより、「2位ではダメ」「結果を出せない私はダメ」に近かった。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0040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競技の結果と、自分自身の価値を、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私はかなり一緒にしていました。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結果が出ても「まだまだ」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記録が出る。嬉しい。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でも、すぐに始まる。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697480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「次はもっと」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26440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264408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「まだ足りない」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83133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831336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「こんなんじゃダメ」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もっと強くなりたいはずなのに、そのために自分を否定していました。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2024年度のある試合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試合前から、「2位になる気がする」という感覚がありました。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だから私は、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2608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「私は1位になる」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47472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23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「できる、できる、できる」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と、必死に上書きしました。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ポジティブな言葉を入れても、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心の中にある「2位になるかもしれない」は残ったまま。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そして結果は、2位でした。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「思い込むだけで、本当にメンタルは変わるの？」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大事なのは「消す」ことじゃなかった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「そんなこと考えちゃダメ」ではなく、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5856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1945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私は今、何を不安に思っている？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81635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なぜ、そう思う？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50215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43814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その中で、自分に変えられることは？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123944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じゃあ私は、何をする？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ここから、考え方が変わりました。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変わったのは、試合だけじゃない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記録を狙う日。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28600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MAX重量に挑戦する日。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83464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何でもない普通の練習の日。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401568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01568"/>
            <a:ext cx="7498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全部が、楽しくなりました。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「結果が出る日」だけではなく、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今日積み重ねたものを見られるようになったからです。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同じ「もっと強くなりたい」でも違う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「今の自分じゃダメだから、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もっと強くならなきゃ」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40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「私はここまでやった。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でも、まだ強くなりたい」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以前は、自己否定からの「もっと」。　　今は、向上心からの「もっと」。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メンタルは「強い・弱い」で決まる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メンタルは「どう扱うか」を練習できる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生まれつきの性格だけで決まるものではありません。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不安はなくした方がいい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不安は「今、何が気になっているか」を教えてくれる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なくす前に、中身を見る。そこから、できることを考える。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ポジティブに考えればうまくいく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自分の本音を無視したポジティブ思考は、準備にはならない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「できる」と言う前に、「私は今、何を感じている？」を知る。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そして、もう1つ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371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試合は何が起こるかわからないから、メンタルは当日勝負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試合前から、準備できることはたくさんある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見るもの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24612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4612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03504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ここから、体験します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今日使うのが「できたのかけら」です。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結果ではなく、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自分が積み重ねてきた小さな事実。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「できた」は、成功だけじゃない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自己ベストを出した。だけではありません。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練習に行った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231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231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途中で重量を下げた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346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346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461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461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失敗後、次の一本に集中した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576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人に相談した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怖かったけど挑戦した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これも全部「できた」です。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最近1か月の「できたのかけら」を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10個書いてください。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ルールは1つ。「こんなの当たり前」は禁止です。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見つからなかったら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この質問を使ってください。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続けたことは？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500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00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やめたことは？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挑戦したことは？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1810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1810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休むと決めたことは？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0215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0215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誰かに頼れたことは？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862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失敗したあとにやったことは？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702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2702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以前より少しできるようになったことは？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10個の中から1つ選ぶ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「これ、私よくやったな」と思うものを1つ。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そして次に、こう考えます。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なぜ、それができた？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「できた」の中に答えがある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例えば「練習を継続できた」。　なぜ？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488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目標が明確だった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6946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6946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仲間がいた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9008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9008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予定に入れていた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107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107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100点を求めなかった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3133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今日は行くだけでOKにした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できた理由には、次にも使えるヒントがあります。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自己信頼は「できる！」と思うことではない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「私は絶対できる」と言い聞かせることではありません。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自分の過去を振り返った時に、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「私はこれまで、こうやって進んできた」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という証拠を持っていること。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「できた」は自分への証拠になる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怖かったけど挑戦できた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830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93776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0" y="178308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私は、怖くても動ける。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7432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失敗したけど切り替えられた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274320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私は、失敗しても次を選べる。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033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37033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93776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370332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私は、必要な時に止まる判断ができる。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でも「できた」を見つけて終わりではない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過去の「できた」を使って、次の目標へ進みます。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017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ここから、「できた」を「叶える」に変えていきます。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高い目標が、自信を奪うこともある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目標を高く持つことは、悪くありません。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でも、一番高い数字だけを「100点」にしていると、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届かなかった試合が全部「失敗」になってしまいます。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体は強くなっているのに、自信だけが減っていく。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目標を3つに分ける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夢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すべてが噛み合ったら届きたい理想。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今の自分が本気で狙う数字。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703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今の実力から考えて取りたい合格ライン。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120点は「夢」。100点は「狙う」。80点は「評価する」。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例えば、トータル700kgが目標なら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37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710〜720kg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5786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1985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41985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687.5kg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狙うのは100点。でも届かなかった日も「全部ダメだった」にはしない。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80点は、妥協ではない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「このくらいでいいや」ではありません。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2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自分の成長を見失わないためのラインです。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100点を狙いながら、できたことも正しく評価する。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次の試合で狙いたい数字を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その数字は、120点？　100点？　80点？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そのうえで、3つの数字を置いてみてください。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結果は、直接コントロールできない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4612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ライバルの記録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3504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会場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自分以外の選手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862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ここを動かそうとすると、不安が大きくなります。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コントロールできるのは「自分の行動」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今日の練習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睡眠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休養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試技前のルーティン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自分にかける言葉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失敗した後の行動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何を見るか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何を見ないか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「この目標を達成する選手なら？」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何をする？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何をしない？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「何をする？」だけではなく、「何をしない？」まで考えます。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DOを決める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次の試合に向けて、自分がやることを3つ決める。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889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予定通りのトレーニングをする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493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429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試技前に決めたルーティンを行う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06908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毎回「できた」を1つ記録する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DON'Tも決める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不安になると、人は行動を増やしたくなります。だから先に、「やらないこと」も決める。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26080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不安だから予定外の高重量を触らない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54787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547872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ライバルの数字を何度も見ない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416966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169664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失敗した一本を何度も頭の中で再生しない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次の試合までの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DO と MY DON'T を書いてください。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　やること 3つ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DON'T　やらないこと 3つ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強い選手＝失敗しない選手？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違います。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パワーリフティングは SQ・BP・DL 各3本。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9回すべてが思い通りになるとは限りません。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大事なのは、失敗をゼロにすることではなく、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失敗した後を準備しておくこと。</a:t>
            </a:r>
            <a:endParaRPr lang="en-US" sz="2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考えるのは3つだけ。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6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次に変えることは？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7124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変えないことは？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そして、次の一本へ。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「今日ダメかも」は事実ではない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「失敗した」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これは解釈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860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「今日はダメだ」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「私は弱い」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「また失敗する」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事実と解釈を分けるだけでも、次の行動は変わります。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「もっと頑張らなきゃ」から変わった選手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以前は「できていないから、もっと頑張らないと」と考えていました。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でも、自分の「できた」を意識して積み重ねるようになり、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こう話してくれました。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「チャレンジすることが楽しく、失敗が怖くなくなった」</a:t>
            </a:r>
            <a:endParaRPr lang="en-US" sz="2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目標が「願い」から「行動」に変わった選手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以前は「スクワット140kgを挙げたい！」という目標でした。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そこから「そのために何をやる？」まで考えることで、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技術や日々の行動を具体的に見直せるようになりました。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「何をすればいいかが明確になる」という変化が生まれています。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700kgを狙う選手も同じ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目標は高くていい。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でも、700kgだけが成功で、699kg以下は全部失敗、ではありません。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120・100・80を持つことで、高い目標を狙いながら、今の成長も見失わない。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高い目標と自己信頼は、両立できます。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09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受講された方の体験であり、同じ結果を保証するものではありません。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今日やったことが、メンタルトレーニングです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気合いを入れることではありません。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自分の状態を知る。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7802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できていることを知る。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2666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目標を整理する。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753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自分にできることを選ぶ。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239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行動する。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メンタルは「当日」だけのものではない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普段の練習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休むか迷う時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停滞した時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6656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すべてが、メンタルトレーニングです。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私が目指しているのは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「自信満々な選手」ではありません。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プレッシャーがあっても、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自分がやるべきことを理解し、実践できる選手。</a:t>
            </a:r>
            <a:endParaRPr lang="en-US" sz="2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最終的には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何が起きても、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「私は次に何をすればいいかわかる」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と言える状態へ。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成功しても。失敗しても。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自分への信頼を失わず、次の行動を選べる。</a:t>
            </a:r>
            <a:endParaRPr lang="en-US" sz="1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今日、最初の自分と比べてどうですか？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「できていない」だけではなく、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「これもできていた」が見つかりましたか？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今日書いたものは、ただの振り返りではありません。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あなたが次に進むための、証拠です。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今日の「できたのかけら」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最後に1つ書いてください。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今日90分参加した。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自分のことを考えた。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目標を書いた。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やることを決めた。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404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それも全部、今日のあなたの「できた」です。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今日の続きは、一人でもできます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今日やったことは、今日だけで終わりません。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持ち帰って続けられるように、2つのシートをお渡しします。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8803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21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216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721608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1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「できた」を見つけるための、振り返りワークシートです。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最近できたこと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続けられたこと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休めたこと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失敗した後にできたこと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47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を振り返りながら、「自分はどうやって進んできたか」を見つけます。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ワークショップのあとも、練習や試合の振り返りに繰り返し使えます。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793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「できた」は、探せば増える。</a:t>
            </a:r>
            <a:endParaRPr lang="en-US" sz="1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「できた」で終わらず、次の行動につなげるためのチェックシートです。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今回、何ができた？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なぜできた？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自分のどんな力を使った？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次の目標にも使える？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次に何をする？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何をやらない？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「私、ちゃんと進んでた」を「じゃあ次、こうしよう」に変えるための1枚です。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振り返りを、次の一本へ。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ここから先は、一人ひとり違います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同じ「試合で怖くなる」でも、原因は同じではありません。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失敗経験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目標設定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他人との比較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準備不足への不安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試技前の思考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だから、必要なトレーニングも変わります。</a:t>
            </a:r>
            <a:endParaRPr lang="en-US" sz="1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次の試合で絶対に取りたい一本がある方へ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60分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無料個別相談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7627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今困っていること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崩れやすい場面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3756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3756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今必要なメンタルスキル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8561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次にやること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を、一緒に整理します。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55080" y="1188720"/>
            <a:ext cx="2331720" cy="26974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1691640" cy="1691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5508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スマホのカメラで</a:t>
            </a:r>
            <a:endParaRPr lang="en-US" sz="12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読み取ってください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40233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mosh.jp/services/404875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43708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584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こんな方に来てほしいです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絶対に取りたい記録がある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5856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勝ちたい試合がある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練習の力を試合でも出したい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95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2095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一本の失敗を引きずりたくない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8503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8503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試合をもっと楽しみたい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1605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メンタルもトレーニングしたい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個別相談で講座の案内をすることもあります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必要だと感じた方には、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「パワーリフターのための実践メンタルトレーニング」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についてもお話しします。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でも、その場で決める必要はありません。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1148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まずは「自分には何が必要か」を整理することが目的です。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今日のゴールは、もう達成しています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2880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　に気づく。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60604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「じゃあ次、私は何をする？」　を自分で決める。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03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今日決めた一歩を、ぜひ持ち帰ってください。</a:t>
            </a:r>
            <a:endParaRPr lang="en-US" sz="2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小さな「できた」は、次の一本につながる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できたを見つける。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3794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3852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自分を知る。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1343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14016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89504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89504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行動を選ぶ。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64408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64992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36499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また、できたが増える。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06440" y="1463040"/>
            <a:ext cx="2880360" cy="2231136"/>
          </a:xfrm>
          <a:prstGeom prst="roundRect">
            <a:avLst>
              <a:gd name="adj" fmla="val 3279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463040"/>
            <a:ext cx="233172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その積み重ねが、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「私なら次も進める」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という自己信頼に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なります。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40E19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今日はありがとうございました。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できたのかけらワークショップ｜90分セミナー</dc:title>
  <dc:subject>PptxGenJS Presentation</dc:subject>
  <dc:creator>しおりん</dc:creator>
  <cp:lastModifiedBy>しおりん</cp:lastModifiedBy>
  <cp:revision>1</cp:revision>
  <dcterms:created xsi:type="dcterms:W3CDTF">2026-09-18T13:08:12Z</dcterms:created>
  <dcterms:modified xsi:type="dcterms:W3CDTF">2026-09-18T13:08:12Z</dcterms:modified>
</cp:coreProperties>
</file>