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「私、ちゃんと進んでた」に気づく90分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600" dirty="0"/>
          </a:p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204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絶対に取りたい記録、勝ちたい試合があるパワーリフターへ。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今日は、「メンタルを強くする方法」ではなく、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「自分のメンタルをどう扱うか」を一緒に考えていきます。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こんな経験、ありませんか？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練習では挙がったのに、試合では取れない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大事な一本ほど「失敗したらどうしよう」と思う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一本落とすと、その後まで引きずる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ライバルや順位を見ると焦る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試合前になると「もっとやらなきゃ」と不安になる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結果が出ないと、自分まで否定したくなる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最近1か月の「できたのかけら」を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やめたことは？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失敗したあとにやったことは？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702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2702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以前より少しできるようになったことは？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今日の続きは、一人でもできます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今日やったことは、今日だけで終わりません。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持ち帰って続けられるように、2つのシートをお渡しします。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8803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216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2160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1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「できた」を見つけるための、振り返りワークシートです。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最近できたこと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続けられたこと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休めたこと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失敗した後にできたこと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47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を振り返りながら、「自分はどうやって進んできたか」を見つけます。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ワークショップのあとも、練習や試合の振り返りに繰り返し使えます。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「できた」は、探せば増える。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「できた」で終わらず、次の行動につなげるためのチェックシートです。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今回、何ができた？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なぜできた？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自分のどんな力を使った？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次の目標にも使える？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次に何をする？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何をやらない？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「私、ちゃんと進んでた」を「じゃあ次、こうしよう」に変えるための1枚です。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振り返りを、次の一本へ。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ここから先は、一人ひとり違います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同じ「試合で怖くなる」でも、原因は同じではありません。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失敗経験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他人との比較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準備不足への不安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試技前の思考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だから、必要なトレーニングも変わります。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次の試合で絶対に取りたい一本がある方へ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60分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無料個別相談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69748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69748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69748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今困っていること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69748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69748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崩れやすい場面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38328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今必要なメンタルスキル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338328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38328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2452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を、一緒に整理します。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こんな方に来てほしいです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絶対に取りたい記録がある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勝ちたい試合がある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練習の力を試合でも出したい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95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095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一本の失敗を引きずりたくない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850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850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試合をもっと楽しみたい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605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メンタルもトレーニングしたい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個別相談で講座の案内をすることもあります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必要だと感じた方には、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「パワーリフターのための実践メンタルトレーニング」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についてもお話しします。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でも、その場で決める必要はありません。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1148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まずは「自分には何が必要か」を整理することが目的です。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今日のゴールは、もう達成しています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2880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　に気づく。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60604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「じゃあ次、私は何をする？」　を自分で決める。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03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今日決めた一歩を、ぜひ持ち帰ってください。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小さな「できた」は、次の一本につながる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できたを見つける。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自分を知る。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1343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14016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950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行動を選ぶ。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6440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64992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649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また、できたが増える。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06440" y="1463040"/>
            <a:ext cx="2880360" cy="2231136"/>
          </a:xfrm>
          <a:prstGeom prst="roundRect">
            <a:avLst>
              <a:gd name="adj" fmla="val 3279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463040"/>
            <a:ext cx="23317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その積み重ねが、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「私なら次も進める」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という自己信頼に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なります。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40E19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今日はありがとうございました。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2026-09-18T08:33:13Z</dcterms:created>
  <dcterms:modified xsi:type="dcterms:W3CDTF">2026-09-18T08:33:13Z</dcterms:modified>
</cp:coreProperties>
</file>