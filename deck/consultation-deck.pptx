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1　現在地を知る</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a:t>
            </a:r>
            <a:endParaRPr lang="en-US" sz="1100" dirty="0"/>
          </a:p>
        </p:txBody>
      </p:sp>
      <p:sp>
        <p:nvSpPr>
          <p:cNvPr id="4" name="Text 2"/>
          <p:cNvSpPr txBox="1"/>
          <p:nvPr/>
        </p:nvSpPr>
        <p:spPr>
          <a:xfrm>
            <a:off x="457200" y="1097280"/>
            <a:ext cx="7863840" cy="1188720"/>
          </a:xfrm>
          <a:prstGeom prst="rect">
            <a:avLst/>
          </a:prstGeom>
          <a:noFill/>
          <a:ln/>
        </p:spPr>
        <p:txBody>
          <a:bodyPr wrap="square" lIns="0" tIns="0" rIns="0" bIns="0" rtlCol="0" anchor="t"/>
          <a:lstStyle/>
          <a:p>
            <a:pPr algn="l" indent="0" marL="0">
              <a:lnSpc>
                <a:spcPts val="5800"/>
              </a:lnSpc>
              <a:buNone/>
            </a:pPr>
            <a:r>
              <a:rPr lang="en-US" sz="4000" b="1" dirty="0">
                <a:solidFill>
                  <a:srgbClr val="141416"/>
                </a:solidFill>
                <a:latin typeface="Yu Mincho" pitchFamily="34" charset="0"/>
                <a:ea typeface="Yu Mincho" pitchFamily="34" charset="-122"/>
                <a:cs typeface="Yu Mincho" pitchFamily="34" charset="-120"/>
              </a:rPr>
              <a:t>次の試合で、</a:t>
            </a:r>
            <a:endParaRPr lang="en-US" sz="4000" dirty="0"/>
          </a:p>
          <a:p>
            <a:pPr algn="l" indent="0" marL="0">
              <a:lnSpc>
                <a:spcPts val="5800"/>
              </a:lnSpc>
              <a:buNone/>
            </a:pPr>
            <a:r>
              <a:rPr lang="en-US" sz="4000" b="1" dirty="0">
                <a:solidFill>
                  <a:srgbClr val="141416"/>
                </a:solidFill>
                <a:latin typeface="Yu Mincho" pitchFamily="34" charset="0"/>
                <a:ea typeface="Yu Mincho" pitchFamily="34" charset="-122"/>
                <a:cs typeface="Yu Mincho" pitchFamily="34" charset="-120"/>
              </a:rPr>
              <a:t>絶対に取りたい一本は</a:t>
            </a:r>
            <a:endParaRPr lang="en-US" sz="4000" dirty="0"/>
          </a:p>
          <a:p>
            <a:pPr algn="l" indent="0" marL="0">
              <a:lnSpc>
                <a:spcPts val="5800"/>
              </a:lnSpc>
              <a:buNone/>
            </a:pPr>
            <a:r>
              <a:rPr lang="en-US" sz="4000" b="1" dirty="0">
                <a:solidFill>
                  <a:srgbClr val="141416"/>
                </a:solidFill>
                <a:latin typeface="Yu Mincho" pitchFamily="34" charset="0"/>
                <a:ea typeface="Yu Mincho" pitchFamily="34" charset="-122"/>
                <a:cs typeface="Yu Mincho" pitchFamily="34" charset="-120"/>
              </a:rPr>
              <a:t>ありますか？</a:t>
            </a:r>
            <a:endParaRPr lang="en-US" sz="4000" dirty="0"/>
          </a:p>
        </p:txBody>
      </p:sp>
      <p:sp>
        <p:nvSpPr>
          <p:cNvPr id="5" name="Text 3"/>
          <p:cNvSpPr txBox="1"/>
          <p:nvPr/>
        </p:nvSpPr>
        <p:spPr>
          <a:xfrm>
            <a:off x="457200" y="3749040"/>
            <a:ext cx="7863840" cy="914400"/>
          </a:xfrm>
          <a:prstGeom prst="rect">
            <a:avLst/>
          </a:prstGeom>
          <a:noFill/>
          <a:ln/>
        </p:spPr>
        <p:txBody>
          <a:bodyPr wrap="square" lIns="0" tIns="0" rIns="0" bIns="0" rtlCol="0" anchor="ctr"/>
          <a:lstStyle/>
          <a:p>
            <a:pPr indent="0" marL="0">
              <a:lnSpc>
                <a:spcPts val="3000"/>
              </a:lnSpc>
              <a:buNone/>
            </a:pPr>
            <a:r>
              <a:rPr lang="en-US" sz="1900" dirty="0">
                <a:solidFill>
                  <a:srgbClr val="6B6360"/>
                </a:solidFill>
                <a:latin typeface="Yu Gothic" pitchFamily="34" charset="0"/>
                <a:ea typeface="Yu Gothic" pitchFamily="34" charset="-122"/>
                <a:cs typeface="Yu Gothic" pitchFamily="34" charset="-120"/>
              </a:rPr>
              <a:t>今日はまず、あなたの次の試合について</a:t>
            </a:r>
            <a:endParaRPr lang="en-US" sz="1900" dirty="0"/>
          </a:p>
          <a:p>
            <a:pPr indent="0" marL="0">
              <a:lnSpc>
                <a:spcPts val="3000"/>
              </a:lnSpc>
              <a:buNone/>
            </a:pPr>
            <a:r>
              <a:rPr lang="en-US" sz="1900" dirty="0">
                <a:solidFill>
                  <a:srgbClr val="6B6360"/>
                </a:solidFill>
                <a:latin typeface="Yu Gothic" pitchFamily="34" charset="0"/>
                <a:ea typeface="Yu Gothic" pitchFamily="34" charset="-122"/>
                <a:cs typeface="Yu Gothic" pitchFamily="34" charset="-120"/>
              </a:rPr>
              <a:t>聞かせてください。</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1　現在地を知る</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640"/>
              </a:lnSpc>
              <a:buNone/>
            </a:pPr>
            <a:r>
              <a:rPr lang="en-US" sz="3200" b="1" dirty="0">
                <a:solidFill>
                  <a:srgbClr val="141416"/>
                </a:solidFill>
                <a:latin typeface="Yu Mincho" pitchFamily="34" charset="0"/>
                <a:ea typeface="Yu Mincho" pitchFamily="34" charset="-122"/>
                <a:cs typeface="Yu Mincho" pitchFamily="34" charset="-120"/>
              </a:rPr>
              <a:t>次の試合で目指していること</a:t>
            </a:r>
            <a:endParaRPr lang="en-US" sz="3200" dirty="0"/>
          </a:p>
        </p:txBody>
      </p:sp>
      <p:sp>
        <p:nvSpPr>
          <p:cNvPr id="5" name="Shape 3"/>
          <p:cNvSpPr/>
          <p:nvPr/>
        </p:nvSpPr>
        <p:spPr>
          <a:xfrm>
            <a:off x="457200" y="1920240"/>
            <a:ext cx="7863840" cy="566928"/>
          </a:xfrm>
          <a:prstGeom prst="roundRect">
            <a:avLst>
              <a:gd name="adj" fmla="val 9677"/>
            </a:avLst>
          </a:prstGeom>
          <a:solidFill>
            <a:srgbClr val="FAF3F4"/>
          </a:solidFill>
          <a:ln w="12700">
            <a:solidFill>
              <a:srgbClr val="FAF3F4"/>
            </a:solidFill>
            <a:prstDash val="solid"/>
          </a:ln>
        </p:spPr>
      </p:sp>
      <p:sp>
        <p:nvSpPr>
          <p:cNvPr id="6" name="Text 4"/>
          <p:cNvSpPr txBox="1"/>
          <p:nvPr/>
        </p:nvSpPr>
        <p:spPr>
          <a:xfrm>
            <a:off x="713232" y="1920240"/>
            <a:ext cx="7406640" cy="566928"/>
          </a:xfrm>
          <a:prstGeom prst="rect">
            <a:avLst/>
          </a:prstGeom>
          <a:noFill/>
          <a:ln/>
        </p:spPr>
        <p:txBody>
          <a:bodyPr wrap="square" lIns="0" tIns="0" rIns="0" bIns="0" rtlCol="0" anchor="ctr"/>
          <a:lstStyle/>
          <a:p>
            <a:pPr indent="0" marL="0">
              <a:buNone/>
            </a:pPr>
            <a:r>
              <a:rPr lang="en-US" sz="2000" dirty="0">
                <a:solidFill>
                  <a:srgbClr val="3B3634"/>
                </a:solidFill>
                <a:latin typeface="Yu Gothic" pitchFamily="34" charset="0"/>
                <a:ea typeface="Yu Gothic" pitchFamily="34" charset="-122"/>
                <a:cs typeface="Yu Gothic" pitchFamily="34" charset="-120"/>
              </a:rPr>
              <a:t>次の試合はいつ？</a:t>
            </a:r>
            <a:endParaRPr lang="en-US" sz="2000" dirty="0"/>
          </a:p>
        </p:txBody>
      </p:sp>
      <p:sp>
        <p:nvSpPr>
          <p:cNvPr id="7" name="Shape 5"/>
          <p:cNvSpPr/>
          <p:nvPr/>
        </p:nvSpPr>
        <p:spPr>
          <a:xfrm>
            <a:off x="457200" y="2578608"/>
            <a:ext cx="7863840" cy="566928"/>
          </a:xfrm>
          <a:prstGeom prst="roundRect">
            <a:avLst>
              <a:gd name="adj" fmla="val 9677"/>
            </a:avLst>
          </a:prstGeom>
          <a:solidFill>
            <a:srgbClr val="FAF3F4"/>
          </a:solidFill>
          <a:ln w="12700">
            <a:solidFill>
              <a:srgbClr val="FAF3F4"/>
            </a:solidFill>
            <a:prstDash val="solid"/>
          </a:ln>
        </p:spPr>
      </p:sp>
      <p:sp>
        <p:nvSpPr>
          <p:cNvPr id="8" name="Text 6"/>
          <p:cNvSpPr txBox="1"/>
          <p:nvPr/>
        </p:nvSpPr>
        <p:spPr>
          <a:xfrm>
            <a:off x="713232" y="2578608"/>
            <a:ext cx="7406640" cy="566928"/>
          </a:xfrm>
          <a:prstGeom prst="rect">
            <a:avLst/>
          </a:prstGeom>
          <a:noFill/>
          <a:ln/>
        </p:spPr>
        <p:txBody>
          <a:bodyPr wrap="square" lIns="0" tIns="0" rIns="0" bIns="0" rtlCol="0" anchor="ctr"/>
          <a:lstStyle/>
          <a:p>
            <a:pPr indent="0" marL="0">
              <a:buNone/>
            </a:pPr>
            <a:r>
              <a:rPr lang="en-US" sz="2000" dirty="0">
                <a:solidFill>
                  <a:srgbClr val="3B3634"/>
                </a:solidFill>
                <a:latin typeface="Yu Gothic" pitchFamily="34" charset="0"/>
                <a:ea typeface="Yu Gothic" pitchFamily="34" charset="-122"/>
                <a:cs typeface="Yu Gothic" pitchFamily="34" charset="-120"/>
              </a:rPr>
              <a:t>絶対に取りたい記録は？</a:t>
            </a:r>
            <a:endParaRPr lang="en-US" sz="2000" dirty="0"/>
          </a:p>
        </p:txBody>
      </p:sp>
      <p:sp>
        <p:nvSpPr>
          <p:cNvPr id="9" name="Shape 7"/>
          <p:cNvSpPr/>
          <p:nvPr/>
        </p:nvSpPr>
        <p:spPr>
          <a:xfrm>
            <a:off x="457200" y="3236976"/>
            <a:ext cx="7863840" cy="566928"/>
          </a:xfrm>
          <a:prstGeom prst="roundRect">
            <a:avLst>
              <a:gd name="adj" fmla="val 9677"/>
            </a:avLst>
          </a:prstGeom>
          <a:solidFill>
            <a:srgbClr val="FAF3F4"/>
          </a:solidFill>
          <a:ln w="12700">
            <a:solidFill>
              <a:srgbClr val="FAF3F4"/>
            </a:solidFill>
            <a:prstDash val="solid"/>
          </a:ln>
        </p:spPr>
      </p:sp>
      <p:sp>
        <p:nvSpPr>
          <p:cNvPr id="10" name="Text 8"/>
          <p:cNvSpPr txBox="1"/>
          <p:nvPr/>
        </p:nvSpPr>
        <p:spPr>
          <a:xfrm>
            <a:off x="713232" y="3236976"/>
            <a:ext cx="7406640" cy="566928"/>
          </a:xfrm>
          <a:prstGeom prst="rect">
            <a:avLst/>
          </a:prstGeom>
          <a:noFill/>
          <a:ln/>
        </p:spPr>
        <p:txBody>
          <a:bodyPr wrap="square" lIns="0" tIns="0" rIns="0" bIns="0" rtlCol="0" anchor="ctr"/>
          <a:lstStyle/>
          <a:p>
            <a:pPr indent="0" marL="0">
              <a:buNone/>
            </a:pPr>
            <a:r>
              <a:rPr lang="en-US" sz="2000" dirty="0">
                <a:solidFill>
                  <a:srgbClr val="3B3634"/>
                </a:solidFill>
                <a:latin typeface="Yu Gothic" pitchFamily="34" charset="0"/>
                <a:ea typeface="Yu Gothic" pitchFamily="34" charset="-122"/>
                <a:cs typeface="Yu Gothic" pitchFamily="34" charset="-120"/>
              </a:rPr>
              <a:t>標準突破？　PB？　順位？　優勝？</a:t>
            </a:r>
            <a:endParaRPr lang="en-US" sz="2000" dirty="0"/>
          </a:p>
        </p:txBody>
      </p:sp>
      <p:sp>
        <p:nvSpPr>
          <p:cNvPr id="11" name="Text 9"/>
          <p:cNvSpPr txBox="1"/>
          <p:nvPr/>
        </p:nvSpPr>
        <p:spPr>
          <a:xfrm>
            <a:off x="457200" y="4160520"/>
            <a:ext cx="7863840" cy="45720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まず「どこへ行きたいか」を一緒に明確にします。</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1　現在地を知る</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a:t>
            </a:r>
            <a:endParaRPr lang="en-US" sz="1100" dirty="0"/>
          </a:p>
        </p:txBody>
      </p:sp>
      <p:sp>
        <p:nvSpPr>
          <p:cNvPr id="4" name="Text 2"/>
          <p:cNvSpPr txBox="1"/>
          <p:nvPr/>
        </p:nvSpPr>
        <p:spPr>
          <a:xfrm>
            <a:off x="457200" y="960120"/>
            <a:ext cx="7863840" cy="1188720"/>
          </a:xfrm>
          <a:prstGeom prst="rect">
            <a:avLst/>
          </a:prstGeom>
          <a:noFill/>
          <a:ln/>
        </p:spPr>
        <p:txBody>
          <a:bodyPr wrap="square" lIns="0" tIns="0" rIns="0" bIns="0" rtlCol="0" anchor="t"/>
          <a:lstStyle/>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その目標を考えた時、</a:t>
            </a:r>
            <a:endParaRPr lang="en-US" sz="3400" dirty="0"/>
          </a:p>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どんな気持ちになりますか？</a:t>
            </a:r>
            <a:endParaRPr lang="en-US" sz="3400" dirty="0"/>
          </a:p>
        </p:txBody>
      </p:sp>
      <p:sp>
        <p:nvSpPr>
          <p:cNvPr id="5" name="Shape 3"/>
          <p:cNvSpPr/>
          <p:nvPr/>
        </p:nvSpPr>
        <p:spPr>
          <a:xfrm>
            <a:off x="457200" y="2697480"/>
            <a:ext cx="7863840" cy="530352"/>
          </a:xfrm>
          <a:prstGeom prst="roundRect">
            <a:avLst>
              <a:gd name="adj" fmla="val 10345"/>
            </a:avLst>
          </a:prstGeom>
          <a:solidFill>
            <a:srgbClr val="FAF3F4"/>
          </a:solidFill>
          <a:ln w="12700">
            <a:solidFill>
              <a:srgbClr val="FAF3F4"/>
            </a:solidFill>
            <a:prstDash val="solid"/>
          </a:ln>
        </p:spPr>
      </p:sp>
      <p:sp>
        <p:nvSpPr>
          <p:cNvPr id="6" name="Text 4"/>
          <p:cNvSpPr txBox="1"/>
          <p:nvPr/>
        </p:nvSpPr>
        <p:spPr>
          <a:xfrm>
            <a:off x="713232" y="2697480"/>
            <a:ext cx="7406640" cy="530352"/>
          </a:xfrm>
          <a:prstGeom prst="rect">
            <a:avLst/>
          </a:prstGeom>
          <a:noFill/>
          <a:ln/>
        </p:spPr>
        <p:txBody>
          <a:bodyPr wrap="square" lIns="0" tIns="0" rIns="0" bIns="0" rtlCol="0" anchor="ctr"/>
          <a:lstStyle/>
          <a:p>
            <a:pPr indent="0" marL="0">
              <a:buNone/>
            </a:pPr>
            <a:r>
              <a:rPr lang="en-US" sz="2000" dirty="0">
                <a:solidFill>
                  <a:srgbClr val="3B3634"/>
                </a:solidFill>
                <a:latin typeface="Yu Gothic" pitchFamily="34" charset="0"/>
                <a:ea typeface="Yu Gothic" pitchFamily="34" charset="-122"/>
                <a:cs typeface="Yu Gothic" pitchFamily="34" charset="-120"/>
              </a:rPr>
              <a:t>楽しみ</a:t>
            </a:r>
            <a:endParaRPr lang="en-US" sz="2000" dirty="0"/>
          </a:p>
        </p:txBody>
      </p:sp>
      <p:sp>
        <p:nvSpPr>
          <p:cNvPr id="7" name="Shape 5"/>
          <p:cNvSpPr/>
          <p:nvPr/>
        </p:nvSpPr>
        <p:spPr>
          <a:xfrm>
            <a:off x="457200" y="3319272"/>
            <a:ext cx="7863840" cy="530352"/>
          </a:xfrm>
          <a:prstGeom prst="roundRect">
            <a:avLst>
              <a:gd name="adj" fmla="val 10345"/>
            </a:avLst>
          </a:prstGeom>
          <a:solidFill>
            <a:srgbClr val="FAF3F4"/>
          </a:solidFill>
          <a:ln w="12700">
            <a:solidFill>
              <a:srgbClr val="FAF3F4"/>
            </a:solidFill>
            <a:prstDash val="solid"/>
          </a:ln>
        </p:spPr>
      </p:sp>
      <p:sp>
        <p:nvSpPr>
          <p:cNvPr id="8" name="Text 6"/>
          <p:cNvSpPr txBox="1"/>
          <p:nvPr/>
        </p:nvSpPr>
        <p:spPr>
          <a:xfrm>
            <a:off x="713232" y="3319272"/>
            <a:ext cx="7406640" cy="530352"/>
          </a:xfrm>
          <a:prstGeom prst="rect">
            <a:avLst/>
          </a:prstGeom>
          <a:noFill/>
          <a:ln/>
        </p:spPr>
        <p:txBody>
          <a:bodyPr wrap="square" lIns="0" tIns="0" rIns="0" bIns="0" rtlCol="0" anchor="ctr"/>
          <a:lstStyle/>
          <a:p>
            <a:pPr indent="0" marL="0">
              <a:buNone/>
            </a:pPr>
            <a:r>
              <a:rPr lang="en-US" sz="2000" dirty="0">
                <a:solidFill>
                  <a:srgbClr val="3B3634"/>
                </a:solidFill>
                <a:latin typeface="Yu Gothic" pitchFamily="34" charset="0"/>
                <a:ea typeface="Yu Gothic" pitchFamily="34" charset="-122"/>
                <a:cs typeface="Yu Gothic" pitchFamily="34" charset="-120"/>
              </a:rPr>
              <a:t>「できるかな」という不安</a:t>
            </a:r>
            <a:endParaRPr lang="en-US" sz="2000" dirty="0"/>
          </a:p>
        </p:txBody>
      </p:sp>
      <p:sp>
        <p:nvSpPr>
          <p:cNvPr id="9" name="Shape 7"/>
          <p:cNvSpPr/>
          <p:nvPr/>
        </p:nvSpPr>
        <p:spPr>
          <a:xfrm>
            <a:off x="457200" y="3941064"/>
            <a:ext cx="7863840" cy="530352"/>
          </a:xfrm>
          <a:prstGeom prst="roundRect">
            <a:avLst>
              <a:gd name="adj" fmla="val 10345"/>
            </a:avLst>
          </a:prstGeom>
          <a:solidFill>
            <a:srgbClr val="FAF3F4"/>
          </a:solidFill>
          <a:ln w="12700">
            <a:solidFill>
              <a:srgbClr val="FAF3F4"/>
            </a:solidFill>
            <a:prstDash val="solid"/>
          </a:ln>
        </p:spPr>
      </p:sp>
      <p:sp>
        <p:nvSpPr>
          <p:cNvPr id="10" name="Text 8"/>
          <p:cNvSpPr txBox="1"/>
          <p:nvPr/>
        </p:nvSpPr>
        <p:spPr>
          <a:xfrm>
            <a:off x="713232" y="3941064"/>
            <a:ext cx="7406640" cy="530352"/>
          </a:xfrm>
          <a:prstGeom prst="rect">
            <a:avLst/>
          </a:prstGeom>
          <a:noFill/>
          <a:ln/>
        </p:spPr>
        <p:txBody>
          <a:bodyPr wrap="square" lIns="0" tIns="0" rIns="0" bIns="0" rtlCol="0" anchor="ctr"/>
          <a:lstStyle/>
          <a:p>
            <a:pPr indent="0" marL="0">
              <a:buNone/>
            </a:pPr>
            <a:r>
              <a:rPr lang="en-US" sz="2000" dirty="0">
                <a:solidFill>
                  <a:srgbClr val="3B3634"/>
                </a:solidFill>
                <a:latin typeface="Yu Gothic" pitchFamily="34" charset="0"/>
                <a:ea typeface="Yu Gothic" pitchFamily="34" charset="-122"/>
                <a:cs typeface="Yu Gothic" pitchFamily="34" charset="-120"/>
              </a:rPr>
              <a:t>「失敗したらどうしよう」という不安</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1　現在地を知る</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4</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640"/>
              </a:lnSpc>
              <a:buNone/>
            </a:pPr>
            <a:r>
              <a:rPr lang="en-US" sz="3200" b="1" dirty="0">
                <a:solidFill>
                  <a:srgbClr val="141416"/>
                </a:solidFill>
                <a:latin typeface="Yu Mincho" pitchFamily="34" charset="0"/>
                <a:ea typeface="Yu Mincho" pitchFamily="34" charset="-122"/>
                <a:cs typeface="Yu Mincho" pitchFamily="34" charset="-120"/>
              </a:rPr>
              <a:t>今、一番気になっていることは？</a:t>
            </a:r>
            <a:endParaRPr lang="en-US" sz="3200" dirty="0"/>
          </a:p>
        </p:txBody>
      </p:sp>
      <p:sp>
        <p:nvSpPr>
          <p:cNvPr id="5" name="Shape 3"/>
          <p:cNvSpPr/>
          <p:nvPr/>
        </p:nvSpPr>
        <p:spPr>
          <a:xfrm>
            <a:off x="457200" y="1783080"/>
            <a:ext cx="7863840" cy="438912"/>
          </a:xfrm>
          <a:prstGeom prst="roundRect">
            <a:avLst>
              <a:gd name="adj" fmla="val 12500"/>
            </a:avLst>
          </a:prstGeom>
          <a:solidFill>
            <a:srgbClr val="FAF3F4"/>
          </a:solidFill>
          <a:ln w="12700">
            <a:solidFill>
              <a:srgbClr val="FAF3F4"/>
            </a:solidFill>
            <a:prstDash val="solid"/>
          </a:ln>
        </p:spPr>
      </p:sp>
      <p:sp>
        <p:nvSpPr>
          <p:cNvPr id="6" name="Text 4"/>
          <p:cNvSpPr txBox="1"/>
          <p:nvPr/>
        </p:nvSpPr>
        <p:spPr>
          <a:xfrm>
            <a:off x="713232" y="1783080"/>
            <a:ext cx="7406640" cy="438912"/>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大事な重量になると怖い</a:t>
            </a:r>
            <a:endParaRPr lang="en-US" sz="1900" dirty="0"/>
          </a:p>
        </p:txBody>
      </p:sp>
      <p:sp>
        <p:nvSpPr>
          <p:cNvPr id="7" name="Shape 5"/>
          <p:cNvSpPr/>
          <p:nvPr/>
        </p:nvSpPr>
        <p:spPr>
          <a:xfrm>
            <a:off x="457200" y="2313432"/>
            <a:ext cx="7863840" cy="438912"/>
          </a:xfrm>
          <a:prstGeom prst="roundRect">
            <a:avLst>
              <a:gd name="adj" fmla="val 12500"/>
            </a:avLst>
          </a:prstGeom>
          <a:solidFill>
            <a:srgbClr val="FAF3F4"/>
          </a:solidFill>
          <a:ln w="12700">
            <a:solidFill>
              <a:srgbClr val="FAF3F4"/>
            </a:solidFill>
            <a:prstDash val="solid"/>
          </a:ln>
        </p:spPr>
      </p:sp>
      <p:sp>
        <p:nvSpPr>
          <p:cNvPr id="8" name="Text 6"/>
          <p:cNvSpPr txBox="1"/>
          <p:nvPr/>
        </p:nvSpPr>
        <p:spPr>
          <a:xfrm>
            <a:off x="713232" y="2313432"/>
            <a:ext cx="7406640" cy="438912"/>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練習ではできるのに試合で出せない</a:t>
            </a:r>
            <a:endParaRPr lang="en-US" sz="1900" dirty="0"/>
          </a:p>
        </p:txBody>
      </p:sp>
      <p:sp>
        <p:nvSpPr>
          <p:cNvPr id="9" name="Shape 7"/>
          <p:cNvSpPr/>
          <p:nvPr/>
        </p:nvSpPr>
        <p:spPr>
          <a:xfrm>
            <a:off x="457200" y="2843784"/>
            <a:ext cx="7863840" cy="438912"/>
          </a:xfrm>
          <a:prstGeom prst="roundRect">
            <a:avLst>
              <a:gd name="adj" fmla="val 12500"/>
            </a:avLst>
          </a:prstGeom>
          <a:solidFill>
            <a:srgbClr val="FAF3F4"/>
          </a:solidFill>
          <a:ln w="12700">
            <a:solidFill>
              <a:srgbClr val="FAF3F4"/>
            </a:solidFill>
            <a:prstDash val="solid"/>
          </a:ln>
        </p:spPr>
      </p:sp>
      <p:sp>
        <p:nvSpPr>
          <p:cNvPr id="10" name="Text 8"/>
          <p:cNvSpPr txBox="1"/>
          <p:nvPr/>
        </p:nvSpPr>
        <p:spPr>
          <a:xfrm>
            <a:off x="713232" y="2843784"/>
            <a:ext cx="7406640" cy="438912"/>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一本失敗すると、その後も影響する</a:t>
            </a:r>
            <a:endParaRPr lang="en-US" sz="1900" dirty="0"/>
          </a:p>
        </p:txBody>
      </p:sp>
      <p:sp>
        <p:nvSpPr>
          <p:cNvPr id="11" name="Shape 9"/>
          <p:cNvSpPr/>
          <p:nvPr/>
        </p:nvSpPr>
        <p:spPr>
          <a:xfrm>
            <a:off x="457200" y="3374136"/>
            <a:ext cx="7863840" cy="438912"/>
          </a:xfrm>
          <a:prstGeom prst="roundRect">
            <a:avLst>
              <a:gd name="adj" fmla="val 12500"/>
            </a:avLst>
          </a:prstGeom>
          <a:solidFill>
            <a:srgbClr val="FAF3F4"/>
          </a:solidFill>
          <a:ln w="12700">
            <a:solidFill>
              <a:srgbClr val="FAF3F4"/>
            </a:solidFill>
            <a:prstDash val="solid"/>
          </a:ln>
        </p:spPr>
      </p:sp>
      <p:sp>
        <p:nvSpPr>
          <p:cNvPr id="12" name="Text 10"/>
          <p:cNvSpPr txBox="1"/>
          <p:nvPr/>
        </p:nvSpPr>
        <p:spPr>
          <a:xfrm>
            <a:off x="713232" y="3374136"/>
            <a:ext cx="7406640" cy="438912"/>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順位や相手が気になる</a:t>
            </a:r>
            <a:endParaRPr lang="en-US" sz="1900" dirty="0"/>
          </a:p>
        </p:txBody>
      </p:sp>
      <p:sp>
        <p:nvSpPr>
          <p:cNvPr id="13" name="Shape 11"/>
          <p:cNvSpPr/>
          <p:nvPr/>
        </p:nvSpPr>
        <p:spPr>
          <a:xfrm>
            <a:off x="457200" y="3904488"/>
            <a:ext cx="7863840" cy="438912"/>
          </a:xfrm>
          <a:prstGeom prst="roundRect">
            <a:avLst>
              <a:gd name="adj" fmla="val 12500"/>
            </a:avLst>
          </a:prstGeom>
          <a:solidFill>
            <a:srgbClr val="FAF3F4"/>
          </a:solidFill>
          <a:ln w="12700">
            <a:solidFill>
              <a:srgbClr val="FAF3F4"/>
            </a:solidFill>
            <a:prstDash val="solid"/>
          </a:ln>
        </p:spPr>
      </p:sp>
      <p:sp>
        <p:nvSpPr>
          <p:cNvPr id="14" name="Text 12"/>
          <p:cNvSpPr txBox="1"/>
          <p:nvPr/>
        </p:nvSpPr>
        <p:spPr>
          <a:xfrm>
            <a:off x="713232" y="3904488"/>
            <a:ext cx="7406640" cy="438912"/>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自分を信じて試技に入りたい</a:t>
            </a:r>
            <a:endParaRPr lang="en-US" sz="1900" dirty="0"/>
          </a:p>
        </p:txBody>
      </p:sp>
      <p:sp>
        <p:nvSpPr>
          <p:cNvPr id="15" name="Text 13"/>
          <p:cNvSpPr txBox="1"/>
          <p:nvPr/>
        </p:nvSpPr>
        <p:spPr>
          <a:xfrm>
            <a:off x="457200" y="4526280"/>
            <a:ext cx="7863840" cy="41148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今日、一番整理したいことを教えてください。</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1F0"/>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2　しおりんのストーリー</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5</a:t>
            </a:r>
            <a:endParaRPr lang="en-US" sz="1100" dirty="0"/>
          </a:p>
        </p:txBody>
      </p:sp>
      <p:sp>
        <p:nvSpPr>
          <p:cNvPr id="4" name="Text 2"/>
          <p:cNvSpPr txBox="1"/>
          <p:nvPr/>
        </p:nvSpPr>
        <p:spPr>
          <a:xfrm>
            <a:off x="457200" y="914400"/>
            <a:ext cx="7863840" cy="1188720"/>
          </a:xfrm>
          <a:prstGeom prst="rect">
            <a:avLst/>
          </a:prstGeom>
          <a:noFill/>
          <a:ln/>
        </p:spPr>
        <p:txBody>
          <a:bodyPr wrap="square" lIns="0" tIns="0" rIns="0" bIns="0" rtlCol="0" anchor="t"/>
          <a:lstStyle/>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私も昔は、</a:t>
            </a:r>
            <a:endParaRPr lang="en-US" sz="3300" dirty="0"/>
          </a:p>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「メンタルが強い人が勝つ」</a:t>
            </a:r>
            <a:endParaRPr lang="en-US" sz="3300" dirty="0"/>
          </a:p>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と思っていました</a:t>
            </a:r>
            <a:endParaRPr lang="en-US" sz="3300" dirty="0"/>
          </a:p>
        </p:txBody>
      </p:sp>
      <p:sp>
        <p:nvSpPr>
          <p:cNvPr id="5" name="Text 3"/>
          <p:cNvSpPr txBox="1"/>
          <p:nvPr/>
        </p:nvSpPr>
        <p:spPr>
          <a:xfrm>
            <a:off x="457200" y="3063240"/>
            <a:ext cx="7863840" cy="164592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試合1か月前から、頭の中は試合のことでいっぱい。</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「失敗したらどうしよう」</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そんな不安が出るたびに、「できる、できる」と</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必死に塗り替えていました。</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1F0"/>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2　しおりんのストーリー</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6</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でも、不安は消えなかった</a:t>
            </a:r>
            <a:endParaRPr lang="en-US" sz="3300" dirty="0"/>
          </a:p>
        </p:txBody>
      </p:sp>
      <p:sp>
        <p:nvSpPr>
          <p:cNvPr id="5" name="Shape 3"/>
          <p:cNvSpPr/>
          <p:nvPr/>
        </p:nvSpPr>
        <p:spPr>
          <a:xfrm>
            <a:off x="457200" y="1783080"/>
            <a:ext cx="7863840" cy="1051560"/>
          </a:xfrm>
          <a:prstGeom prst="roundRect">
            <a:avLst>
              <a:gd name="adj" fmla="val 6957"/>
            </a:avLst>
          </a:prstGeom>
          <a:solidFill>
            <a:srgbClr val="540E19"/>
          </a:solidFill>
          <a:ln w="12700">
            <a:solidFill>
              <a:srgbClr val="540E19"/>
            </a:solidFill>
            <a:prstDash val="solid"/>
          </a:ln>
        </p:spPr>
      </p:sp>
      <p:sp>
        <p:nvSpPr>
          <p:cNvPr id="6" name="Text 4"/>
          <p:cNvSpPr txBox="1"/>
          <p:nvPr/>
        </p:nvSpPr>
        <p:spPr>
          <a:xfrm>
            <a:off x="822960" y="1783080"/>
            <a:ext cx="7406640" cy="1051560"/>
          </a:xfrm>
          <a:prstGeom prst="rect">
            <a:avLst/>
          </a:prstGeom>
          <a:noFill/>
          <a:ln/>
        </p:spPr>
        <p:txBody>
          <a:bodyPr wrap="square" lIns="0" tIns="0" rIns="0" bIns="0" rtlCol="0" anchor="ctr"/>
          <a:lstStyle/>
          <a:p>
            <a:pPr indent="0" marL="0">
              <a:lnSpc>
                <a:spcPts val="3200"/>
              </a:lnSpc>
              <a:buNone/>
            </a:pPr>
            <a:r>
              <a:rPr lang="en-US" sz="2200" b="1" dirty="0">
                <a:solidFill>
                  <a:srgbClr val="FFFFFF"/>
                </a:solidFill>
                <a:latin typeface="Yu Mincho" pitchFamily="34" charset="0"/>
                <a:ea typeface="Yu Mincho" pitchFamily="34" charset="-122"/>
                <a:cs typeface="Yu Mincho" pitchFamily="34" charset="-120"/>
              </a:rPr>
              <a:t>「こんなことを考えたら、</a:t>
            </a:r>
            <a:endParaRPr lang="en-US" sz="2200" dirty="0"/>
          </a:p>
          <a:p>
            <a:pPr indent="0" marL="0">
              <a:lnSpc>
                <a:spcPts val="3200"/>
              </a:lnSpc>
              <a:buNone/>
            </a:pPr>
            <a:r>
              <a:rPr lang="en-US" sz="2200" b="1" dirty="0">
                <a:solidFill>
                  <a:srgbClr val="FFFFFF"/>
                </a:solidFill>
                <a:latin typeface="Yu Mincho" pitchFamily="34" charset="0"/>
                <a:ea typeface="Yu Mincho" pitchFamily="34" charset="-122"/>
                <a:cs typeface="Yu Mincho" pitchFamily="34" charset="-120"/>
              </a:rPr>
              <a:t>本当に失敗するかも」</a:t>
            </a:r>
            <a:endParaRPr lang="en-US" sz="2200" dirty="0"/>
          </a:p>
        </p:txBody>
      </p:sp>
      <p:sp>
        <p:nvSpPr>
          <p:cNvPr id="7" name="Text 5"/>
          <p:cNvSpPr txBox="1"/>
          <p:nvPr/>
        </p:nvSpPr>
        <p:spPr>
          <a:xfrm>
            <a:off x="457200" y="3108960"/>
            <a:ext cx="7863840" cy="164592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不安そのものだけでなく、不安になっている自分まで</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怖くなっていました。</a:t>
            </a:r>
            <a:endParaRPr lang="en-US" sz="1800" dirty="0"/>
          </a:p>
          <a:p>
            <a:pPr indent="0" marL="0">
              <a:lnSpc>
                <a:spcPts val="3000"/>
              </a:lnSpc>
              <a:buNone/>
            </a:pP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そして実際に、想像していたような結果になったことも。</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2　しおりんのストーリー</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7</a:t>
            </a:r>
            <a:endParaRPr lang="en-US" sz="1100" dirty="0"/>
          </a:p>
        </p:txBody>
      </p:sp>
      <p:sp>
        <p:nvSpPr>
          <p:cNvPr id="4" name="Text 2"/>
          <p:cNvSpPr txBox="1"/>
          <p:nvPr/>
        </p:nvSpPr>
        <p:spPr>
          <a:xfrm>
            <a:off x="457200" y="822960"/>
            <a:ext cx="7863840" cy="1188720"/>
          </a:xfrm>
          <a:prstGeom prst="rect">
            <a:avLst/>
          </a:prstGeom>
          <a:noFill/>
          <a:ln/>
        </p:spPr>
        <p:txBody>
          <a:bodyPr wrap="square" lIns="0" tIns="0" rIns="0" bIns="0" rtlCol="0" anchor="t"/>
          <a:lstStyle/>
          <a:p>
            <a:pPr algn="l" indent="0" marL="0">
              <a:lnSpc>
                <a:spcPts val="5220"/>
              </a:lnSpc>
              <a:buNone/>
            </a:pPr>
            <a:r>
              <a:rPr lang="en-US" sz="3600" b="1" dirty="0">
                <a:solidFill>
                  <a:srgbClr val="141416"/>
                </a:solidFill>
                <a:latin typeface="Yu Mincho" pitchFamily="34" charset="0"/>
                <a:ea typeface="Yu Mincho" pitchFamily="34" charset="-122"/>
                <a:cs typeface="Yu Mincho" pitchFamily="34" charset="-120"/>
              </a:rPr>
              <a:t>2023年度 日本グランプリ</a:t>
            </a:r>
            <a:endParaRPr lang="en-US" sz="3600" dirty="0"/>
          </a:p>
        </p:txBody>
      </p:sp>
      <p:sp>
        <p:nvSpPr>
          <p:cNvPr id="5" name="Text 3"/>
          <p:cNvSpPr txBox="1"/>
          <p:nvPr/>
        </p:nvSpPr>
        <p:spPr>
          <a:xfrm>
            <a:off x="457200" y="1691640"/>
            <a:ext cx="7863840" cy="2377440"/>
          </a:xfrm>
          <a:prstGeom prst="rect">
            <a:avLst/>
          </a:prstGeom>
          <a:noFill/>
          <a:ln/>
        </p:spPr>
        <p:txBody>
          <a:bodyPr wrap="square" lIns="0" tIns="0" rIns="0" bIns="0" rtlCol="0" anchor="ctr"/>
          <a:lstStyle/>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ここで、スクワットの日本記録を取るつもりでした。</a:t>
            </a:r>
            <a:endParaRPr lang="en-US" sz="1800" dirty="0"/>
          </a:p>
          <a:p>
            <a:pPr indent="0" marL="0">
              <a:lnSpc>
                <a:spcPts val="2800"/>
              </a:lnSpc>
              <a:buNone/>
            </a:pP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練習はとても順調。ところが試合直前に体調不良。</a:t>
            </a: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点滴を打ち、なんとか出場。でも予定していた重量から大幅に下げることに。</a:t>
            </a:r>
            <a:endParaRPr lang="en-US" sz="1800" dirty="0"/>
          </a:p>
          <a:p>
            <a:pPr indent="0" marL="0">
              <a:lnSpc>
                <a:spcPts val="2800"/>
              </a:lnSpc>
              <a:buNone/>
            </a:pP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日本一にはなれました。でも、狙っていた記録は取れませんでした。</a:t>
            </a:r>
            <a:endParaRPr lang="en-US" sz="1800" dirty="0"/>
          </a:p>
        </p:txBody>
      </p:sp>
      <p:sp>
        <p:nvSpPr>
          <p:cNvPr id="6" name="Shape 4"/>
          <p:cNvSpPr/>
          <p:nvPr/>
        </p:nvSpPr>
        <p:spPr>
          <a:xfrm>
            <a:off x="457200" y="4160520"/>
            <a:ext cx="7863840" cy="731520"/>
          </a:xfrm>
          <a:prstGeom prst="roundRect">
            <a:avLst>
              <a:gd name="adj" fmla="val 10000"/>
            </a:avLst>
          </a:prstGeom>
          <a:solidFill>
            <a:srgbClr val="540E19"/>
          </a:solidFill>
          <a:ln w="12700">
            <a:solidFill>
              <a:srgbClr val="540E19"/>
            </a:solidFill>
            <a:prstDash val="solid"/>
          </a:ln>
        </p:spPr>
      </p:sp>
      <p:sp>
        <p:nvSpPr>
          <p:cNvPr id="7" name="Text 5"/>
          <p:cNvSpPr txBox="1"/>
          <p:nvPr/>
        </p:nvSpPr>
        <p:spPr>
          <a:xfrm>
            <a:off x="822960" y="4160520"/>
            <a:ext cx="7406640" cy="731520"/>
          </a:xfrm>
          <a:prstGeom prst="rect">
            <a:avLst/>
          </a:prstGeom>
          <a:noFill/>
          <a:ln/>
        </p:spPr>
        <p:txBody>
          <a:bodyPr wrap="square" lIns="0" tIns="0" rIns="0" bIns="0" rtlCol="0" anchor="ctr"/>
          <a:lstStyle/>
          <a:p>
            <a:pPr indent="0" marL="0">
              <a:buNone/>
            </a:pPr>
            <a:r>
              <a:rPr lang="en-US" sz="2100" b="1" dirty="0">
                <a:solidFill>
                  <a:srgbClr val="FFFFFF"/>
                </a:solidFill>
                <a:latin typeface="Yu Mincho" pitchFamily="34" charset="0"/>
                <a:ea typeface="Yu Mincho" pitchFamily="34" charset="-122"/>
                <a:cs typeface="Yu Mincho" pitchFamily="34" charset="-120"/>
              </a:rPr>
              <a:t>「しょうがない。今じゃなかった。」</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2　しおりんのストーリー</a:t>
            </a:r>
            <a:endParaRPr lang="en-US" sz="1200" dirty="0"/>
          </a:p>
        </p:txBody>
      </p:sp>
      <p:sp>
        <p:nvSpPr>
          <p:cNvPr id="3" name="Text 1"/>
          <p:cNvSpPr txBox="1"/>
          <p:nvPr/>
        </p:nvSpPr>
        <p:spPr>
          <a:xfrm>
            <a:off x="457200" y="4576572"/>
            <a:ext cx="548640" cy="274320"/>
          </a:xfrm>
          <a:prstGeom prst="rect">
            <a:avLst/>
          </a:prstGeom>
          <a:noFill/>
          <a:ln/>
        </p:spPr>
        <p:txBody>
          <a:bodyPr wrap="square" lIns="0" tIns="0" rIns="0" bIns="0" rtlCol="0" anchor="ctr"/>
          <a:lstStyle/>
          <a:p>
            <a:pPr algn="l" indent="0" marL="0">
              <a:buNone/>
            </a:pPr>
            <a:r>
              <a:rPr lang="en-US" sz="1100" dirty="0">
                <a:solidFill>
                  <a:srgbClr val="6B6360"/>
                </a:solidFill>
                <a:latin typeface="Yu Gothic" pitchFamily="34" charset="0"/>
                <a:ea typeface="Yu Gothic" pitchFamily="34" charset="-122"/>
                <a:cs typeface="Yu Gothic" pitchFamily="34" charset="-120"/>
              </a:rPr>
              <a:t>8</a:t>
            </a:r>
            <a:endParaRPr lang="en-US" sz="1100" dirty="0"/>
          </a:p>
        </p:txBody>
      </p:sp>
      <p:pic>
        <p:nvPicPr>
          <p:cNvPr id="4" name="Image 0" descr="../note/images/02-podium.jpg">    </p:cNvPr>
          <p:cNvPicPr>
            <a:picLocks noChangeAspect="1"/>
          </p:cNvPicPr>
          <p:nvPr/>
        </p:nvPicPr>
        <p:blipFill>
          <a:blip r:embed="rId1"/>
          <a:srcRect l="0" r="0" t="0" b="0"/>
          <a:stretch/>
        </p:blipFill>
        <p:spPr>
          <a:xfrm>
            <a:off x="5029200" y="0"/>
            <a:ext cx="4114800" cy="5143500"/>
          </a:xfrm>
          <a:prstGeom prst="rect">
            <a:avLst/>
          </a:prstGeom>
        </p:spPr>
      </p:pic>
      <p:sp>
        <p:nvSpPr>
          <p:cNvPr id="5" name="Text 2"/>
          <p:cNvSpPr txBox="1"/>
          <p:nvPr/>
        </p:nvSpPr>
        <p:spPr>
          <a:xfrm>
            <a:off x="457200" y="731520"/>
            <a:ext cx="4297680" cy="1188720"/>
          </a:xfrm>
          <a:prstGeom prst="rect">
            <a:avLst/>
          </a:prstGeom>
          <a:noFill/>
          <a:ln/>
        </p:spPr>
        <p:txBody>
          <a:bodyPr wrap="square" lIns="0" tIns="0" rIns="0" bIns="0" rtlCol="0" anchor="t"/>
          <a:lstStyle/>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でも、その試合で</a:t>
            </a:r>
            <a:endParaRPr lang="en-US" sz="2900" dirty="0"/>
          </a:p>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全部が決まった</a:t>
            </a:r>
            <a:endParaRPr lang="en-US" sz="2900" dirty="0"/>
          </a:p>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わけではなかった</a:t>
            </a:r>
            <a:endParaRPr lang="en-US" sz="2900" dirty="0"/>
          </a:p>
        </p:txBody>
      </p:sp>
      <p:sp>
        <p:nvSpPr>
          <p:cNvPr id="6" name="Text 3"/>
          <p:cNvSpPr txBox="1"/>
          <p:nvPr/>
        </p:nvSpPr>
        <p:spPr>
          <a:xfrm>
            <a:off x="457200" y="2468880"/>
            <a:ext cx="4297680" cy="1188720"/>
          </a:xfrm>
          <a:prstGeom prst="rect">
            <a:avLst/>
          </a:prstGeom>
          <a:noFill/>
          <a:ln/>
        </p:spPr>
        <p:txBody>
          <a:bodyPr wrap="square" lIns="0" tIns="0" rIns="0" bIns="0" rtlCol="0" anchor="ctr"/>
          <a:lstStyle/>
          <a:p>
            <a:pPr indent="0" marL="0">
              <a:lnSpc>
                <a:spcPts val="2800"/>
              </a:lnSpc>
              <a:buNone/>
            </a:pPr>
            <a:r>
              <a:rPr lang="en-US" sz="1700" dirty="0">
                <a:solidFill>
                  <a:srgbClr val="3B3634"/>
                </a:solidFill>
                <a:latin typeface="Yu Gothic" pitchFamily="34" charset="0"/>
                <a:ea typeface="Yu Gothic" pitchFamily="34" charset="-122"/>
                <a:cs typeface="Yu Gothic" pitchFamily="34" charset="-120"/>
              </a:rPr>
              <a:t>その試合が終わっても、</a:t>
            </a:r>
            <a:endParaRPr lang="en-US" sz="1700" dirty="0"/>
          </a:p>
          <a:p>
            <a:pPr indent="0" marL="0">
              <a:lnSpc>
                <a:spcPts val="2800"/>
              </a:lnSpc>
              <a:buNone/>
            </a:pPr>
            <a:r>
              <a:rPr lang="en-US" sz="1700" dirty="0">
                <a:solidFill>
                  <a:srgbClr val="3B3634"/>
                </a:solidFill>
                <a:latin typeface="Yu Gothic" pitchFamily="34" charset="0"/>
                <a:ea typeface="Yu Gothic" pitchFamily="34" charset="-122"/>
                <a:cs typeface="Yu Gothic" pitchFamily="34" charset="-120"/>
              </a:rPr>
              <a:t>積み重ねてきたものはなくなりません。</a:t>
            </a:r>
            <a:endParaRPr lang="en-US" sz="1700" dirty="0"/>
          </a:p>
          <a:p>
            <a:pPr indent="0" marL="0">
              <a:lnSpc>
                <a:spcPts val="2800"/>
              </a:lnSpc>
              <a:buNone/>
            </a:pPr>
            <a:r>
              <a:rPr lang="en-US" sz="1700" dirty="0">
                <a:solidFill>
                  <a:srgbClr val="3B3634"/>
                </a:solidFill>
                <a:latin typeface="Yu Gothic" pitchFamily="34" charset="0"/>
                <a:ea typeface="Yu Gothic" pitchFamily="34" charset="-122"/>
                <a:cs typeface="Yu Gothic" pitchFamily="34" charset="-120"/>
              </a:rPr>
              <a:t>また自分にできることを続ける。</a:t>
            </a:r>
            <a:endParaRPr lang="en-US" sz="1700" dirty="0"/>
          </a:p>
        </p:txBody>
      </p:sp>
      <p:sp>
        <p:nvSpPr>
          <p:cNvPr id="7" name="Text 4"/>
          <p:cNvSpPr txBox="1"/>
          <p:nvPr/>
        </p:nvSpPr>
        <p:spPr>
          <a:xfrm>
            <a:off x="457200" y="3794760"/>
            <a:ext cx="4297680" cy="914400"/>
          </a:xfrm>
          <a:prstGeom prst="rect">
            <a:avLst/>
          </a:prstGeom>
          <a:noFill/>
          <a:ln/>
        </p:spPr>
        <p:txBody>
          <a:bodyPr wrap="square" lIns="0" tIns="0" rIns="0" bIns="0" rtlCol="0" anchor="ctr"/>
          <a:lstStyle/>
          <a:p>
            <a:pPr indent="0" marL="0">
              <a:lnSpc>
                <a:spcPts val="2800"/>
              </a:lnSpc>
              <a:buNone/>
            </a:pPr>
            <a:r>
              <a:rPr lang="en-US" sz="1800" b="1" dirty="0">
                <a:solidFill>
                  <a:srgbClr val="7A1524"/>
                </a:solidFill>
                <a:latin typeface="Yu Gothic" pitchFamily="34" charset="0"/>
                <a:ea typeface="Yu Gothic" pitchFamily="34" charset="-122"/>
                <a:cs typeface="Yu Gothic" pitchFamily="34" charset="-120"/>
              </a:rPr>
              <a:t>同じ2023年度のJCPでも日本一に。</a:t>
            </a:r>
            <a:endParaRPr lang="en-US" sz="1800" dirty="0"/>
          </a:p>
          <a:p>
            <a:pPr indent="0" marL="0">
              <a:lnSpc>
                <a:spcPts val="2800"/>
              </a:lnSpc>
              <a:buNone/>
            </a:pPr>
            <a:r>
              <a:rPr lang="en-US" sz="1800" b="1" dirty="0">
                <a:solidFill>
                  <a:srgbClr val="7A1524"/>
                </a:solidFill>
                <a:latin typeface="Yu Gothic" pitchFamily="34" charset="0"/>
                <a:ea typeface="Yu Gothic" pitchFamily="34" charset="-122"/>
                <a:cs typeface="Yu Gothic" pitchFamily="34" charset="-120"/>
              </a:rPr>
              <a:t>そして翌年、狙っていた日本記録も。</a:t>
            </a:r>
            <a:endParaRPr lang="en-US" sz="1800" dirty="0"/>
          </a:p>
        </p:txBody>
      </p:sp>
      <p:sp>
        <p:nvSpPr>
          <p:cNvPr id="8" name="Shape 5"/>
          <p:cNvSpPr/>
          <p:nvPr/>
        </p:nvSpPr>
        <p:spPr>
          <a:xfrm>
            <a:off x="5257800" y="4434840"/>
            <a:ext cx="1920240" cy="384048"/>
          </a:xfrm>
          <a:prstGeom prst="roundRect">
            <a:avLst>
              <a:gd name="adj" fmla="val 14286"/>
            </a:avLst>
          </a:prstGeom>
          <a:solidFill>
            <a:srgbClr val="540E19"/>
          </a:solidFill>
          <a:ln w="12700">
            <a:solidFill>
              <a:srgbClr val="540E19"/>
            </a:solidFill>
            <a:prstDash val="solid"/>
          </a:ln>
        </p:spPr>
      </p:sp>
      <p:sp>
        <p:nvSpPr>
          <p:cNvPr id="9" name="Text 6"/>
          <p:cNvSpPr txBox="1"/>
          <p:nvPr/>
        </p:nvSpPr>
        <p:spPr>
          <a:xfrm>
            <a:off x="5257800" y="4434840"/>
            <a:ext cx="19202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2023年度 JCP</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2　しおりんのストーリー</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9</a:t>
            </a:r>
            <a:endParaRPr lang="en-US" sz="1100" dirty="0"/>
          </a:p>
        </p:txBody>
      </p:sp>
      <p:sp>
        <p:nvSpPr>
          <p:cNvPr id="4" name="Text 2"/>
          <p:cNvSpPr txBox="1"/>
          <p:nvPr/>
        </p:nvSpPr>
        <p:spPr>
          <a:xfrm>
            <a:off x="457200" y="868680"/>
            <a:ext cx="7863840" cy="1188720"/>
          </a:xfrm>
          <a:prstGeom prst="rect">
            <a:avLst/>
          </a:prstGeom>
          <a:noFill/>
          <a:ln/>
        </p:spPr>
        <p:txBody>
          <a:bodyPr wrap="square" lIns="0" tIns="0" rIns="0" bIns="0" rtlCol="0" anchor="t"/>
          <a:lstStyle/>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今は、世界大会さえ「楽しい」</a:t>
            </a:r>
            <a:endParaRPr lang="en-US" sz="3400" dirty="0"/>
          </a:p>
        </p:txBody>
      </p:sp>
      <p:sp>
        <p:nvSpPr>
          <p:cNvPr id="5" name="Text 3"/>
          <p:cNvSpPr txBox="1"/>
          <p:nvPr/>
        </p:nvSpPr>
        <p:spPr>
          <a:xfrm>
            <a:off x="457200" y="1783080"/>
            <a:ext cx="7863840" cy="2926080"/>
          </a:xfrm>
          <a:prstGeom prst="rect">
            <a:avLst/>
          </a:prstGeom>
          <a:noFill/>
          <a:ln/>
        </p:spPr>
        <p:txBody>
          <a:bodyPr wrap="square" lIns="0" tIns="0" rIns="0" bIns="0" rtlCol="0" anchor="ctr"/>
          <a:lstStyle/>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2024年、世界大会に出場しました。</a:t>
            </a:r>
            <a:endParaRPr lang="en-US" sz="1800" dirty="0"/>
          </a:p>
          <a:p>
            <a:pPr indent="0" marL="0">
              <a:lnSpc>
                <a:spcPts val="2800"/>
              </a:lnSpc>
              <a:buNone/>
            </a:pP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「私は今、この舞台に立っているんだ」</a:t>
            </a: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と思うと、緊張以上にワクワクしていました。</a:t>
            </a:r>
            <a:endParaRPr lang="en-US" sz="1800" dirty="0"/>
          </a:p>
          <a:p>
            <a:pPr indent="0" marL="0">
              <a:lnSpc>
                <a:spcPts val="2800"/>
              </a:lnSpc>
              <a:buNone/>
            </a:pP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不安がゼロになったからではありません。</a:t>
            </a: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その時、自分に何ができるのかが</a:t>
            </a:r>
            <a:endParaRPr lang="en-US" sz="1800" dirty="0"/>
          </a:p>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わかるようになったからです。</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3　3つの思い込みを壊す</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10</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メンタルについて、</a:t>
            </a:r>
            <a:endParaRPr lang="en-US" sz="3000" dirty="0"/>
          </a:p>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こんなふうに思っていませんか？</a:t>
            </a:r>
            <a:endParaRPr lang="en-US" sz="3000" dirty="0"/>
          </a:p>
        </p:txBody>
      </p:sp>
      <p:sp>
        <p:nvSpPr>
          <p:cNvPr id="5" name="Shape 3"/>
          <p:cNvSpPr/>
          <p:nvPr/>
        </p:nvSpPr>
        <p:spPr>
          <a:xfrm>
            <a:off x="457200" y="2340864"/>
            <a:ext cx="310896" cy="310896"/>
          </a:xfrm>
          <a:prstGeom prst="ellipse">
            <a:avLst/>
          </a:prstGeom>
          <a:solidFill>
            <a:srgbClr val="7A1524"/>
          </a:solidFill>
          <a:ln w="12700">
            <a:solidFill>
              <a:srgbClr val="7A1524"/>
            </a:solidFill>
            <a:prstDash val="solid"/>
          </a:ln>
        </p:spPr>
      </p:sp>
      <p:sp>
        <p:nvSpPr>
          <p:cNvPr id="6" name="Text 4"/>
          <p:cNvSpPr txBox="1"/>
          <p:nvPr/>
        </p:nvSpPr>
        <p:spPr>
          <a:xfrm>
            <a:off x="457200" y="2340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932688" y="2286000"/>
            <a:ext cx="7132320" cy="420624"/>
          </a:xfrm>
          <a:prstGeom prst="rect">
            <a:avLst/>
          </a:prstGeom>
          <a:noFill/>
          <a:ln/>
        </p:spPr>
        <p:txBody>
          <a:bodyPr wrap="square" lIns="0" tIns="0" rIns="0" bIns="0" rtlCol="0" anchor="ctr"/>
          <a:lstStyle/>
          <a:p>
            <a:pPr indent="0" marL="0">
              <a:buNone/>
            </a:pPr>
            <a:r>
              <a:rPr lang="en-US" sz="2100" dirty="0">
                <a:solidFill>
                  <a:srgbClr val="3B3634"/>
                </a:solidFill>
                <a:latin typeface="Yu Gothic" pitchFamily="34" charset="0"/>
                <a:ea typeface="Yu Gothic" pitchFamily="34" charset="-122"/>
                <a:cs typeface="Yu Gothic" pitchFamily="34" charset="-120"/>
              </a:rPr>
              <a:t>強い人が勝つ</a:t>
            </a:r>
            <a:endParaRPr lang="en-US" sz="2100" dirty="0"/>
          </a:p>
        </p:txBody>
      </p:sp>
      <p:sp>
        <p:nvSpPr>
          <p:cNvPr id="8" name="Shape 6"/>
          <p:cNvSpPr/>
          <p:nvPr/>
        </p:nvSpPr>
        <p:spPr>
          <a:xfrm>
            <a:off x="457200" y="3017520"/>
            <a:ext cx="310896" cy="310896"/>
          </a:xfrm>
          <a:prstGeom prst="ellipse">
            <a:avLst/>
          </a:prstGeom>
          <a:solidFill>
            <a:srgbClr val="7A1524"/>
          </a:solidFill>
          <a:ln w="12700">
            <a:solidFill>
              <a:srgbClr val="7A1524"/>
            </a:solidFill>
            <a:prstDash val="solid"/>
          </a:ln>
        </p:spPr>
      </p:sp>
      <p:sp>
        <p:nvSpPr>
          <p:cNvPr id="9" name="Text 7"/>
          <p:cNvSpPr txBox="1"/>
          <p:nvPr/>
        </p:nvSpPr>
        <p:spPr>
          <a:xfrm>
            <a:off x="457200" y="30175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0" name="Text 8"/>
          <p:cNvSpPr txBox="1"/>
          <p:nvPr/>
        </p:nvSpPr>
        <p:spPr>
          <a:xfrm>
            <a:off x="932688" y="2962656"/>
            <a:ext cx="7132320" cy="420624"/>
          </a:xfrm>
          <a:prstGeom prst="rect">
            <a:avLst/>
          </a:prstGeom>
          <a:noFill/>
          <a:ln/>
        </p:spPr>
        <p:txBody>
          <a:bodyPr wrap="square" lIns="0" tIns="0" rIns="0" bIns="0" rtlCol="0" anchor="ctr"/>
          <a:lstStyle/>
          <a:p>
            <a:pPr indent="0" marL="0">
              <a:buNone/>
            </a:pPr>
            <a:r>
              <a:rPr lang="en-US" sz="2100" dirty="0">
                <a:solidFill>
                  <a:srgbClr val="3B3634"/>
                </a:solidFill>
                <a:latin typeface="Yu Gothic" pitchFamily="34" charset="0"/>
                <a:ea typeface="Yu Gothic" pitchFamily="34" charset="-122"/>
                <a:cs typeface="Yu Gothic" pitchFamily="34" charset="-120"/>
              </a:rPr>
              <a:t>不安は消さなければいけない</a:t>
            </a:r>
            <a:endParaRPr lang="en-US" sz="2100" dirty="0"/>
          </a:p>
        </p:txBody>
      </p:sp>
      <p:sp>
        <p:nvSpPr>
          <p:cNvPr id="11" name="Shape 9"/>
          <p:cNvSpPr/>
          <p:nvPr/>
        </p:nvSpPr>
        <p:spPr>
          <a:xfrm>
            <a:off x="457200" y="3694176"/>
            <a:ext cx="310896" cy="310896"/>
          </a:xfrm>
          <a:prstGeom prst="ellipse">
            <a:avLst/>
          </a:prstGeom>
          <a:solidFill>
            <a:srgbClr val="7A1524"/>
          </a:solidFill>
          <a:ln w="12700">
            <a:solidFill>
              <a:srgbClr val="7A1524"/>
            </a:solidFill>
            <a:prstDash val="solid"/>
          </a:ln>
        </p:spPr>
      </p:sp>
      <p:sp>
        <p:nvSpPr>
          <p:cNvPr id="12" name="Text 10"/>
          <p:cNvSpPr txBox="1"/>
          <p:nvPr/>
        </p:nvSpPr>
        <p:spPr>
          <a:xfrm>
            <a:off x="457200" y="36941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3" name="Text 11"/>
          <p:cNvSpPr txBox="1"/>
          <p:nvPr/>
        </p:nvSpPr>
        <p:spPr>
          <a:xfrm>
            <a:off x="932688" y="3639312"/>
            <a:ext cx="7132320" cy="420624"/>
          </a:xfrm>
          <a:prstGeom prst="rect">
            <a:avLst/>
          </a:prstGeom>
          <a:noFill/>
          <a:ln/>
        </p:spPr>
        <p:txBody>
          <a:bodyPr wrap="square" lIns="0" tIns="0" rIns="0" bIns="0" rtlCol="0" anchor="ctr"/>
          <a:lstStyle/>
          <a:p>
            <a:pPr indent="0" marL="0">
              <a:buNone/>
            </a:pPr>
            <a:r>
              <a:rPr lang="en-US" sz="2100" dirty="0">
                <a:solidFill>
                  <a:srgbClr val="3B3634"/>
                </a:solidFill>
                <a:latin typeface="Yu Gothic" pitchFamily="34" charset="0"/>
                <a:ea typeface="Yu Gothic" pitchFamily="34" charset="-122"/>
                <a:cs typeface="Yu Gothic" pitchFamily="34" charset="-120"/>
              </a:rPr>
              <a:t>本番に弱いのは性格だから仕方ない</a:t>
            </a:r>
            <a:endParaRPr lang="en-US" sz="2100" dirty="0"/>
          </a:p>
        </p:txBody>
      </p:sp>
      <p:sp>
        <p:nvSpPr>
          <p:cNvPr id="14" name="Text 12"/>
          <p:cNvSpPr txBox="1"/>
          <p:nvPr/>
        </p:nvSpPr>
        <p:spPr>
          <a:xfrm>
            <a:off x="457200" y="4434840"/>
            <a:ext cx="7863840" cy="41148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実は私は、全部そう思っていました。</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3　3つの思い込みを壊す</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11</a:t>
            </a:r>
            <a:endParaRPr lang="en-US" sz="1100" dirty="0"/>
          </a:p>
        </p:txBody>
      </p:sp>
      <p:sp>
        <p:nvSpPr>
          <p:cNvPr id="4" name="Text 2"/>
          <p:cNvSpPr txBox="1"/>
          <p:nvPr/>
        </p:nvSpPr>
        <p:spPr>
          <a:xfrm>
            <a:off x="457200" y="777240"/>
            <a:ext cx="3657600" cy="365760"/>
          </a:xfrm>
          <a:prstGeom prst="rect">
            <a:avLst/>
          </a:prstGeom>
          <a:noFill/>
          <a:ln/>
        </p:spPr>
        <p:txBody>
          <a:bodyPr wrap="square" lIns="0" tIns="0" rIns="0" bIns="0" rtlCol="0" anchor="ctr"/>
          <a:lstStyle/>
          <a:p>
            <a:pPr indent="0" marL="0">
              <a:buNone/>
            </a:pPr>
            <a:r>
              <a:rPr lang="en-US" sz="1600" b="1" dirty="0">
                <a:solidFill>
                  <a:srgbClr val="A02236"/>
                </a:solidFill>
                <a:latin typeface="Yu Gothic" pitchFamily="34" charset="0"/>
                <a:ea typeface="Yu Gothic" pitchFamily="34" charset="-122"/>
                <a:cs typeface="Yu Gothic" pitchFamily="34" charset="-120"/>
              </a:rPr>
              <a:t>思い込み ①</a:t>
            </a:r>
            <a:endParaRPr lang="en-US" sz="1600" dirty="0"/>
          </a:p>
        </p:txBody>
      </p:sp>
      <p:sp>
        <p:nvSpPr>
          <p:cNvPr id="5" name="Text 3"/>
          <p:cNvSpPr txBox="1"/>
          <p:nvPr/>
        </p:nvSpPr>
        <p:spPr>
          <a:xfrm>
            <a:off x="457200" y="1188720"/>
            <a:ext cx="7863840" cy="1188720"/>
          </a:xfrm>
          <a:prstGeom prst="rect">
            <a:avLst/>
          </a:prstGeom>
          <a:noFill/>
          <a:ln/>
        </p:spPr>
        <p:txBody>
          <a:bodyPr wrap="square" lIns="0" tIns="0" rIns="0" bIns="0" rtlCol="0" anchor="t"/>
          <a:lstStyle/>
          <a:p>
            <a:pPr algn="l" indent="0" marL="0">
              <a:lnSpc>
                <a:spcPts val="4640"/>
              </a:lnSpc>
              <a:buNone/>
            </a:pPr>
            <a:r>
              <a:rPr lang="en-US" sz="3200" b="1" dirty="0">
                <a:solidFill>
                  <a:srgbClr val="141416"/>
                </a:solidFill>
                <a:latin typeface="Yu Mincho" pitchFamily="34" charset="0"/>
                <a:ea typeface="Yu Mincho" pitchFamily="34" charset="-122"/>
                <a:cs typeface="Yu Mincho" pitchFamily="34" charset="-120"/>
              </a:rPr>
              <a:t>「メンタルが強い人が勝つ」</a:t>
            </a:r>
            <a:endParaRPr lang="en-US" sz="3200" dirty="0"/>
          </a:p>
        </p:txBody>
      </p:sp>
      <p:sp>
        <p:nvSpPr>
          <p:cNvPr id="6" name="Shape 4"/>
          <p:cNvSpPr/>
          <p:nvPr/>
        </p:nvSpPr>
        <p:spPr>
          <a:xfrm>
            <a:off x="457200" y="2240280"/>
            <a:ext cx="7863840" cy="731520"/>
          </a:xfrm>
          <a:prstGeom prst="roundRect">
            <a:avLst>
              <a:gd name="adj" fmla="val 8750"/>
            </a:avLst>
          </a:prstGeom>
          <a:solidFill>
            <a:srgbClr val="FAF3F4"/>
          </a:solidFill>
          <a:ln w="12700">
            <a:solidFill>
              <a:srgbClr val="FAF3F4"/>
            </a:solidFill>
            <a:prstDash val="solid"/>
          </a:ln>
        </p:spPr>
      </p:sp>
      <p:sp>
        <p:nvSpPr>
          <p:cNvPr id="7" name="Text 5"/>
          <p:cNvSpPr txBox="1"/>
          <p:nvPr/>
        </p:nvSpPr>
        <p:spPr>
          <a:xfrm>
            <a:off x="822960" y="2240280"/>
            <a:ext cx="7406640" cy="731520"/>
          </a:xfrm>
          <a:prstGeom prst="rect">
            <a:avLst/>
          </a:prstGeom>
          <a:noFill/>
          <a:ln/>
        </p:spPr>
        <p:txBody>
          <a:bodyPr wrap="square" lIns="0" tIns="0" rIns="0" bIns="0" rtlCol="0" anchor="ctr"/>
          <a:lstStyle/>
          <a:p>
            <a:pPr indent="0" marL="0">
              <a:buNone/>
            </a:pPr>
            <a:r>
              <a:rPr lang="en-US" sz="2100" b="1" dirty="0">
                <a:solidFill>
                  <a:srgbClr val="7A1524"/>
                </a:solidFill>
                <a:latin typeface="Yu Gothic" pitchFamily="34" charset="0"/>
                <a:ea typeface="Yu Gothic" pitchFamily="34" charset="-122"/>
                <a:cs typeface="Yu Gothic" pitchFamily="34" charset="-120"/>
              </a:rPr>
              <a:t>違います。</a:t>
            </a:r>
            <a:endParaRPr lang="en-US" sz="2100" dirty="0"/>
          </a:p>
        </p:txBody>
      </p:sp>
      <p:sp>
        <p:nvSpPr>
          <p:cNvPr id="8" name="Text 6"/>
          <p:cNvSpPr txBox="1"/>
          <p:nvPr/>
        </p:nvSpPr>
        <p:spPr>
          <a:xfrm>
            <a:off x="457200" y="3291840"/>
            <a:ext cx="7863840" cy="1463040"/>
          </a:xfrm>
          <a:prstGeom prst="rect">
            <a:avLst/>
          </a:prstGeom>
          <a:noFill/>
          <a:ln/>
        </p:spPr>
        <p:txBody>
          <a:bodyPr wrap="square" lIns="0" tIns="0" rIns="0" bIns="0" rtlCol="0" anchor="ctr"/>
          <a:lstStyle/>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必要なのは「強い気持ち」より、</a:t>
            </a:r>
            <a:endParaRPr lang="en-US" sz="1900" dirty="0"/>
          </a:p>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大事な場面で</a:t>
            </a:r>
            <a:endParaRPr lang="en-US" sz="1900" dirty="0"/>
          </a:p>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「何をするかがわかること」。</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3　3つの思い込みを壊す</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12</a:t>
            </a:r>
            <a:endParaRPr lang="en-US" sz="1100" dirty="0"/>
          </a:p>
        </p:txBody>
      </p:sp>
      <p:sp>
        <p:nvSpPr>
          <p:cNvPr id="4" name="Text 2"/>
          <p:cNvSpPr txBox="1"/>
          <p:nvPr/>
        </p:nvSpPr>
        <p:spPr>
          <a:xfrm>
            <a:off x="457200" y="777240"/>
            <a:ext cx="3657600" cy="365760"/>
          </a:xfrm>
          <a:prstGeom prst="rect">
            <a:avLst/>
          </a:prstGeom>
          <a:noFill/>
          <a:ln/>
        </p:spPr>
        <p:txBody>
          <a:bodyPr wrap="square" lIns="0" tIns="0" rIns="0" bIns="0" rtlCol="0" anchor="ctr"/>
          <a:lstStyle/>
          <a:p>
            <a:pPr indent="0" marL="0">
              <a:buNone/>
            </a:pPr>
            <a:r>
              <a:rPr lang="en-US" sz="1600" b="1" dirty="0">
                <a:solidFill>
                  <a:srgbClr val="A02236"/>
                </a:solidFill>
                <a:latin typeface="Yu Gothic" pitchFamily="34" charset="0"/>
                <a:ea typeface="Yu Gothic" pitchFamily="34" charset="-122"/>
                <a:cs typeface="Yu Gothic" pitchFamily="34" charset="-120"/>
              </a:rPr>
              <a:t>思い込み ②</a:t>
            </a:r>
            <a:endParaRPr lang="en-US" sz="1600" dirty="0"/>
          </a:p>
        </p:txBody>
      </p:sp>
      <p:sp>
        <p:nvSpPr>
          <p:cNvPr id="5" name="Text 3"/>
          <p:cNvSpPr txBox="1"/>
          <p:nvPr/>
        </p:nvSpPr>
        <p:spPr>
          <a:xfrm>
            <a:off x="457200" y="1188720"/>
            <a:ext cx="7863840" cy="1188720"/>
          </a:xfrm>
          <a:prstGeom prst="rect">
            <a:avLst/>
          </a:prstGeom>
          <a:noFill/>
          <a:ln/>
        </p:spPr>
        <p:txBody>
          <a:bodyPr wrap="square" lIns="0" tIns="0" rIns="0" bIns="0" rtlCol="0" anchor="t"/>
          <a:lstStyle/>
          <a:p>
            <a:pPr algn="l" indent="0" marL="0">
              <a:lnSpc>
                <a:spcPts val="4640"/>
              </a:lnSpc>
              <a:buNone/>
            </a:pPr>
            <a:r>
              <a:rPr lang="en-US" sz="3200" b="1" dirty="0">
                <a:solidFill>
                  <a:srgbClr val="141416"/>
                </a:solidFill>
                <a:latin typeface="Yu Mincho" pitchFamily="34" charset="0"/>
                <a:ea typeface="Yu Mincho" pitchFamily="34" charset="-122"/>
                <a:cs typeface="Yu Mincho" pitchFamily="34" charset="-120"/>
              </a:rPr>
              <a:t>「不安は消さないといけない」</a:t>
            </a:r>
            <a:endParaRPr lang="en-US" sz="3200" dirty="0"/>
          </a:p>
        </p:txBody>
      </p:sp>
      <p:sp>
        <p:nvSpPr>
          <p:cNvPr id="6" name="Shape 4"/>
          <p:cNvSpPr/>
          <p:nvPr/>
        </p:nvSpPr>
        <p:spPr>
          <a:xfrm>
            <a:off x="457200" y="2240280"/>
            <a:ext cx="7863840" cy="731520"/>
          </a:xfrm>
          <a:prstGeom prst="roundRect">
            <a:avLst>
              <a:gd name="adj" fmla="val 8750"/>
            </a:avLst>
          </a:prstGeom>
          <a:solidFill>
            <a:srgbClr val="FAF3F4"/>
          </a:solidFill>
          <a:ln w="12700">
            <a:solidFill>
              <a:srgbClr val="FAF3F4"/>
            </a:solidFill>
            <a:prstDash val="solid"/>
          </a:ln>
        </p:spPr>
      </p:sp>
      <p:sp>
        <p:nvSpPr>
          <p:cNvPr id="7" name="Text 5"/>
          <p:cNvSpPr txBox="1"/>
          <p:nvPr/>
        </p:nvSpPr>
        <p:spPr>
          <a:xfrm>
            <a:off x="822960" y="2240280"/>
            <a:ext cx="7406640" cy="731520"/>
          </a:xfrm>
          <a:prstGeom prst="rect">
            <a:avLst/>
          </a:prstGeom>
          <a:noFill/>
          <a:ln/>
        </p:spPr>
        <p:txBody>
          <a:bodyPr wrap="square" lIns="0" tIns="0" rIns="0" bIns="0" rtlCol="0" anchor="ctr"/>
          <a:lstStyle/>
          <a:p>
            <a:pPr indent="0" marL="0">
              <a:buNone/>
            </a:pPr>
            <a:r>
              <a:rPr lang="en-US" sz="2100" b="1" dirty="0">
                <a:solidFill>
                  <a:srgbClr val="7A1524"/>
                </a:solidFill>
                <a:latin typeface="Yu Gothic" pitchFamily="34" charset="0"/>
                <a:ea typeface="Yu Gothic" pitchFamily="34" charset="-122"/>
                <a:cs typeface="Yu Gothic" pitchFamily="34" charset="-120"/>
              </a:rPr>
              <a:t>塗り替えなくていい。</a:t>
            </a:r>
            <a:endParaRPr lang="en-US" sz="2100" dirty="0"/>
          </a:p>
        </p:txBody>
      </p:sp>
      <p:sp>
        <p:nvSpPr>
          <p:cNvPr id="8" name="Text 6"/>
          <p:cNvSpPr txBox="1"/>
          <p:nvPr/>
        </p:nvSpPr>
        <p:spPr>
          <a:xfrm>
            <a:off x="457200" y="3291840"/>
            <a:ext cx="7863840" cy="1463040"/>
          </a:xfrm>
          <a:prstGeom prst="rect">
            <a:avLst/>
          </a:prstGeom>
          <a:noFill/>
          <a:ln/>
        </p:spPr>
        <p:txBody>
          <a:bodyPr wrap="square" lIns="0" tIns="0" rIns="0" bIns="0" rtlCol="0" anchor="ctr"/>
          <a:lstStyle/>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まず「私は今、不安なんだ」とわかる。</a:t>
            </a:r>
            <a:endParaRPr lang="en-US" sz="1900" dirty="0"/>
          </a:p>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そして「何が不安なの？」</a:t>
            </a:r>
            <a:endParaRPr lang="en-US" sz="1900" dirty="0"/>
          </a:p>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を整理する。</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3　3つの思い込みを壊す</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13</a:t>
            </a:r>
            <a:endParaRPr lang="en-US" sz="1100" dirty="0"/>
          </a:p>
        </p:txBody>
      </p:sp>
      <p:sp>
        <p:nvSpPr>
          <p:cNvPr id="4" name="Text 2"/>
          <p:cNvSpPr txBox="1"/>
          <p:nvPr/>
        </p:nvSpPr>
        <p:spPr>
          <a:xfrm>
            <a:off x="457200" y="777240"/>
            <a:ext cx="3657600" cy="365760"/>
          </a:xfrm>
          <a:prstGeom prst="rect">
            <a:avLst/>
          </a:prstGeom>
          <a:noFill/>
          <a:ln/>
        </p:spPr>
        <p:txBody>
          <a:bodyPr wrap="square" lIns="0" tIns="0" rIns="0" bIns="0" rtlCol="0" anchor="ctr"/>
          <a:lstStyle/>
          <a:p>
            <a:pPr indent="0" marL="0">
              <a:buNone/>
            </a:pPr>
            <a:r>
              <a:rPr lang="en-US" sz="1600" b="1" dirty="0">
                <a:solidFill>
                  <a:srgbClr val="A02236"/>
                </a:solidFill>
                <a:latin typeface="Yu Gothic" pitchFamily="34" charset="0"/>
                <a:ea typeface="Yu Gothic" pitchFamily="34" charset="-122"/>
                <a:cs typeface="Yu Gothic" pitchFamily="34" charset="-120"/>
              </a:rPr>
              <a:t>思い込み ③</a:t>
            </a:r>
            <a:endParaRPr lang="en-US" sz="1600" dirty="0"/>
          </a:p>
        </p:txBody>
      </p:sp>
      <p:sp>
        <p:nvSpPr>
          <p:cNvPr id="5" name="Text 3"/>
          <p:cNvSpPr txBox="1"/>
          <p:nvPr/>
        </p:nvSpPr>
        <p:spPr>
          <a:xfrm>
            <a:off x="457200" y="1188720"/>
            <a:ext cx="7863840" cy="1188720"/>
          </a:xfrm>
          <a:prstGeom prst="rect">
            <a:avLst/>
          </a:prstGeom>
          <a:noFill/>
          <a:ln/>
        </p:spPr>
        <p:txBody>
          <a:bodyPr wrap="square" lIns="0" tIns="0" rIns="0" bIns="0" rtlCol="0" anchor="t"/>
          <a:lstStyle/>
          <a:p>
            <a:pPr algn="l" indent="0" marL="0">
              <a:lnSpc>
                <a:spcPts val="4640"/>
              </a:lnSpc>
              <a:buNone/>
            </a:pPr>
            <a:r>
              <a:rPr lang="en-US" sz="3200" b="1" dirty="0">
                <a:solidFill>
                  <a:srgbClr val="141416"/>
                </a:solidFill>
                <a:latin typeface="Yu Mincho" pitchFamily="34" charset="0"/>
                <a:ea typeface="Yu Mincho" pitchFamily="34" charset="-122"/>
                <a:cs typeface="Yu Mincho" pitchFamily="34" charset="-120"/>
              </a:rPr>
              <a:t>「私は本番に弱い」</a:t>
            </a:r>
            <a:endParaRPr lang="en-US" sz="3200" dirty="0"/>
          </a:p>
        </p:txBody>
      </p:sp>
      <p:sp>
        <p:nvSpPr>
          <p:cNvPr id="6" name="Shape 4"/>
          <p:cNvSpPr/>
          <p:nvPr/>
        </p:nvSpPr>
        <p:spPr>
          <a:xfrm>
            <a:off x="457200" y="2240280"/>
            <a:ext cx="7863840" cy="731520"/>
          </a:xfrm>
          <a:prstGeom prst="roundRect">
            <a:avLst>
              <a:gd name="adj" fmla="val 8750"/>
            </a:avLst>
          </a:prstGeom>
          <a:solidFill>
            <a:srgbClr val="FAF3F4"/>
          </a:solidFill>
          <a:ln w="12700">
            <a:solidFill>
              <a:srgbClr val="FAF3F4"/>
            </a:solidFill>
            <a:prstDash val="solid"/>
          </a:ln>
        </p:spPr>
      </p:sp>
      <p:sp>
        <p:nvSpPr>
          <p:cNvPr id="7" name="Text 5"/>
          <p:cNvSpPr txBox="1"/>
          <p:nvPr/>
        </p:nvSpPr>
        <p:spPr>
          <a:xfrm>
            <a:off x="822960" y="2240280"/>
            <a:ext cx="7406640" cy="731520"/>
          </a:xfrm>
          <a:prstGeom prst="rect">
            <a:avLst/>
          </a:prstGeom>
          <a:noFill/>
          <a:ln/>
        </p:spPr>
        <p:txBody>
          <a:bodyPr wrap="square" lIns="0" tIns="0" rIns="0" bIns="0" rtlCol="0" anchor="ctr"/>
          <a:lstStyle/>
          <a:p>
            <a:pPr indent="0" marL="0">
              <a:buNone/>
            </a:pPr>
            <a:r>
              <a:rPr lang="en-US" sz="2100" b="1" dirty="0">
                <a:solidFill>
                  <a:srgbClr val="7A1524"/>
                </a:solidFill>
                <a:latin typeface="Yu Gothic" pitchFamily="34" charset="0"/>
                <a:ea typeface="Yu Gothic" pitchFamily="34" charset="-122"/>
                <a:cs typeface="Yu Gothic" pitchFamily="34" charset="-120"/>
              </a:rPr>
              <a:t>決めつけないで。</a:t>
            </a:r>
            <a:endParaRPr lang="en-US" sz="2100" dirty="0"/>
          </a:p>
        </p:txBody>
      </p:sp>
      <p:sp>
        <p:nvSpPr>
          <p:cNvPr id="8" name="Text 6"/>
          <p:cNvSpPr txBox="1"/>
          <p:nvPr/>
        </p:nvSpPr>
        <p:spPr>
          <a:xfrm>
            <a:off x="457200" y="3291840"/>
            <a:ext cx="7863840" cy="1463040"/>
          </a:xfrm>
          <a:prstGeom prst="rect">
            <a:avLst/>
          </a:prstGeom>
          <a:noFill/>
          <a:ln/>
        </p:spPr>
        <p:txBody>
          <a:bodyPr wrap="square" lIns="0" tIns="0" rIns="0" bIns="0" rtlCol="0" anchor="ctr"/>
          <a:lstStyle/>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「どんな場面で、どうなりやすい？」</a:t>
            </a:r>
            <a:endParaRPr lang="en-US" sz="1900" dirty="0"/>
          </a:p>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を知る。</a:t>
            </a:r>
            <a:endParaRPr lang="en-US" sz="1900" dirty="0"/>
          </a:p>
          <a:p>
            <a:pPr indent="0" marL="0">
              <a:lnSpc>
                <a:spcPts val="3200"/>
              </a:lnSpc>
              <a:buNone/>
            </a:pPr>
            <a:r>
              <a:rPr lang="en-US" sz="1900" dirty="0">
                <a:solidFill>
                  <a:srgbClr val="3B3634"/>
                </a:solidFill>
                <a:latin typeface="Yu Gothic" pitchFamily="34" charset="0"/>
                <a:ea typeface="Yu Gothic" pitchFamily="34" charset="-122"/>
                <a:cs typeface="Yu Gothic" pitchFamily="34" charset="-120"/>
              </a:rPr>
              <a:t>性格ではなく、パターンとして見る。</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540E19"/>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PHASE 3　3つの思い込みを壊す</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8A6870"/>
                </a:solidFill>
                <a:latin typeface="Yu Gothic" pitchFamily="34" charset="0"/>
                <a:ea typeface="Yu Gothic" pitchFamily="34" charset="-122"/>
                <a:cs typeface="Yu Gothic" pitchFamily="34" charset="-120"/>
              </a:rPr>
              <a:t>14</a:t>
            </a:r>
            <a:endParaRPr lang="en-US" sz="1100" dirty="0"/>
          </a:p>
        </p:txBody>
      </p:sp>
      <p:sp>
        <p:nvSpPr>
          <p:cNvPr id="4" name="Text 2"/>
          <p:cNvSpPr txBox="1"/>
          <p:nvPr/>
        </p:nvSpPr>
        <p:spPr>
          <a:xfrm>
            <a:off x="457200" y="841248"/>
            <a:ext cx="7863840" cy="384048"/>
          </a:xfrm>
          <a:prstGeom prst="rect">
            <a:avLst/>
          </a:prstGeom>
          <a:noFill/>
          <a:ln/>
        </p:spPr>
        <p:txBody>
          <a:bodyPr wrap="square" lIns="0" tIns="0" rIns="0" bIns="0" rtlCol="0" anchor="ctr"/>
          <a:lstStyle/>
          <a:p>
            <a:pPr indent="0" marL="0">
              <a:buNone/>
            </a:pPr>
            <a:r>
              <a:rPr lang="en-US" sz="2000" b="1" dirty="0">
                <a:solidFill>
                  <a:srgbClr val="F0B9C3"/>
                </a:solidFill>
                <a:latin typeface="Yu Gothic" pitchFamily="34" charset="0"/>
                <a:ea typeface="Yu Gothic" pitchFamily="34" charset="-122"/>
                <a:cs typeface="Yu Gothic" pitchFamily="34" charset="-120"/>
              </a:rPr>
              <a:t>私がたどり着いた答え</a:t>
            </a:r>
            <a:endParaRPr lang="en-US" sz="2000" dirty="0"/>
          </a:p>
        </p:txBody>
      </p:sp>
      <p:sp>
        <p:nvSpPr>
          <p:cNvPr id="5" name="Text 3"/>
          <p:cNvSpPr txBox="1"/>
          <p:nvPr/>
        </p:nvSpPr>
        <p:spPr>
          <a:xfrm>
            <a:off x="457200" y="1371600"/>
            <a:ext cx="7863840" cy="1371600"/>
          </a:xfrm>
          <a:prstGeom prst="rect">
            <a:avLst/>
          </a:prstGeom>
          <a:noFill/>
          <a:ln/>
        </p:spPr>
        <p:txBody>
          <a:bodyPr wrap="square" lIns="0" tIns="0" rIns="0" bIns="0" rtlCol="0" anchor="ctr"/>
          <a:lstStyle/>
          <a:p>
            <a:pPr indent="0" marL="0">
              <a:lnSpc>
                <a:spcPts val="4200"/>
              </a:lnSpc>
              <a:buNone/>
            </a:pPr>
            <a:r>
              <a:rPr lang="en-US" sz="2700" b="1" dirty="0">
                <a:solidFill>
                  <a:srgbClr val="FFFFFF"/>
                </a:solidFill>
                <a:latin typeface="Yu Mincho" pitchFamily="34" charset="0"/>
                <a:ea typeface="Yu Mincho" pitchFamily="34" charset="-122"/>
                <a:cs typeface="Yu Mincho" pitchFamily="34" charset="-120"/>
              </a:rPr>
              <a:t>自分しか、</a:t>
            </a:r>
            <a:endParaRPr lang="en-US" sz="2700" dirty="0"/>
          </a:p>
          <a:p>
            <a:pPr indent="0" marL="0">
              <a:lnSpc>
                <a:spcPts val="4200"/>
              </a:lnSpc>
              <a:buNone/>
            </a:pPr>
            <a:r>
              <a:rPr lang="en-US" sz="2700" b="1" dirty="0">
                <a:solidFill>
                  <a:srgbClr val="FFFFFF"/>
                </a:solidFill>
                <a:latin typeface="Yu Mincho" pitchFamily="34" charset="0"/>
                <a:ea typeface="Yu Mincho" pitchFamily="34" charset="-122"/>
                <a:cs typeface="Yu Mincho" pitchFamily="34" charset="-120"/>
              </a:rPr>
              <a:t>自分のメンタルは変えられない。</a:t>
            </a:r>
            <a:endParaRPr lang="en-US" sz="2700" dirty="0"/>
          </a:p>
        </p:txBody>
      </p:sp>
      <p:sp>
        <p:nvSpPr>
          <p:cNvPr id="6" name="Text 4"/>
          <p:cNvSpPr txBox="1"/>
          <p:nvPr/>
        </p:nvSpPr>
        <p:spPr>
          <a:xfrm>
            <a:off x="457200" y="2971800"/>
            <a:ext cx="7863840" cy="457200"/>
          </a:xfrm>
          <a:prstGeom prst="rect">
            <a:avLst/>
          </a:prstGeom>
          <a:noFill/>
          <a:ln/>
        </p:spPr>
        <p:txBody>
          <a:bodyPr wrap="square" lIns="0" tIns="0" rIns="0" bIns="0" rtlCol="0" anchor="ctr"/>
          <a:lstStyle/>
          <a:p>
            <a:pPr indent="0" marL="0">
              <a:buNone/>
            </a:pPr>
            <a:r>
              <a:rPr lang="en-US" sz="1900" dirty="0">
                <a:solidFill>
                  <a:srgbClr val="E8D3D7"/>
                </a:solidFill>
                <a:latin typeface="Yu Gothic" pitchFamily="34" charset="0"/>
                <a:ea typeface="Yu Gothic" pitchFamily="34" charset="-122"/>
                <a:cs typeface="Yu Gothic" pitchFamily="34" charset="-120"/>
              </a:rPr>
              <a:t>でも逆に言えば、自分で変えることができる。</a:t>
            </a:r>
            <a:endParaRPr lang="en-US" sz="1900" dirty="0"/>
          </a:p>
        </p:txBody>
      </p:sp>
      <p:sp>
        <p:nvSpPr>
          <p:cNvPr id="7" name="Shape 5"/>
          <p:cNvSpPr/>
          <p:nvPr/>
        </p:nvSpPr>
        <p:spPr>
          <a:xfrm>
            <a:off x="457200" y="3703320"/>
            <a:ext cx="7863840" cy="822960"/>
          </a:xfrm>
          <a:prstGeom prst="roundRect">
            <a:avLst>
              <a:gd name="adj" fmla="val 8889"/>
            </a:avLst>
          </a:prstGeom>
          <a:solidFill>
            <a:srgbClr val="A02236"/>
          </a:solidFill>
          <a:ln w="12700">
            <a:solidFill>
              <a:srgbClr val="A02236"/>
            </a:solidFill>
            <a:prstDash val="solid"/>
          </a:ln>
        </p:spPr>
      </p:sp>
      <p:sp>
        <p:nvSpPr>
          <p:cNvPr id="8" name="Text 6"/>
          <p:cNvSpPr txBox="1"/>
          <p:nvPr/>
        </p:nvSpPr>
        <p:spPr>
          <a:xfrm>
            <a:off x="822960" y="3703320"/>
            <a:ext cx="7406640" cy="822960"/>
          </a:xfrm>
          <a:prstGeom prst="rect">
            <a:avLst/>
          </a:prstGeom>
          <a:noFill/>
          <a:ln/>
        </p:spPr>
        <p:txBody>
          <a:bodyPr wrap="square" lIns="0" tIns="0" rIns="0" bIns="0" rtlCol="0" anchor="ctr"/>
          <a:lstStyle/>
          <a:p>
            <a:pPr indent="0" marL="0">
              <a:buNone/>
            </a:pPr>
            <a:r>
              <a:rPr lang="en-US" sz="1900" b="1" dirty="0">
                <a:solidFill>
                  <a:srgbClr val="FFFFFF"/>
                </a:solidFill>
                <a:latin typeface="Yu Gothic" pitchFamily="34" charset="0"/>
                <a:ea typeface="Yu Gothic" pitchFamily="34" charset="-122"/>
                <a:cs typeface="Yu Gothic" pitchFamily="34" charset="-120"/>
              </a:rPr>
              <a:t>メンタルは、トレーニングできるスキルです。</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4　メンタルトレーニングとは</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15</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メンタルトレーニングは</a:t>
            </a:r>
            <a:endParaRPr lang="en-US" sz="2900" dirty="0"/>
          </a:p>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「前向きになる練習」ではない</a:t>
            </a:r>
            <a:endParaRPr lang="en-US" sz="2900" dirty="0"/>
          </a:p>
        </p:txBody>
      </p:sp>
      <p:sp>
        <p:nvSpPr>
          <p:cNvPr id="5" name="Shape 3"/>
          <p:cNvSpPr/>
          <p:nvPr/>
        </p:nvSpPr>
        <p:spPr>
          <a:xfrm>
            <a:off x="457200" y="2157984"/>
            <a:ext cx="310896" cy="310896"/>
          </a:xfrm>
          <a:prstGeom prst="ellipse">
            <a:avLst/>
          </a:prstGeom>
          <a:solidFill>
            <a:srgbClr val="7A1524"/>
          </a:solidFill>
          <a:ln w="12700">
            <a:solidFill>
              <a:srgbClr val="7A1524"/>
            </a:solidFill>
            <a:prstDash val="solid"/>
          </a:ln>
        </p:spPr>
      </p:sp>
      <p:sp>
        <p:nvSpPr>
          <p:cNvPr id="6" name="Text 4"/>
          <p:cNvSpPr txBox="1"/>
          <p:nvPr/>
        </p:nvSpPr>
        <p:spPr>
          <a:xfrm>
            <a:off x="457200" y="21579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932688" y="2103120"/>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今の状態がわかる</a:t>
            </a:r>
            <a:endParaRPr lang="en-US" sz="1800" dirty="0"/>
          </a:p>
        </p:txBody>
      </p:sp>
      <p:sp>
        <p:nvSpPr>
          <p:cNvPr id="8" name="Shape 6"/>
          <p:cNvSpPr/>
          <p:nvPr/>
        </p:nvSpPr>
        <p:spPr>
          <a:xfrm>
            <a:off x="457200" y="2651760"/>
            <a:ext cx="310896" cy="310896"/>
          </a:xfrm>
          <a:prstGeom prst="ellipse">
            <a:avLst/>
          </a:prstGeom>
          <a:solidFill>
            <a:srgbClr val="7A1524"/>
          </a:solidFill>
          <a:ln w="12700">
            <a:solidFill>
              <a:srgbClr val="7A1524"/>
            </a:solidFill>
            <a:prstDash val="solid"/>
          </a:ln>
        </p:spPr>
      </p:sp>
      <p:sp>
        <p:nvSpPr>
          <p:cNvPr id="9" name="Text 7"/>
          <p:cNvSpPr txBox="1"/>
          <p:nvPr/>
        </p:nvSpPr>
        <p:spPr>
          <a:xfrm>
            <a:off x="457200" y="26517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0" name="Text 8"/>
          <p:cNvSpPr txBox="1"/>
          <p:nvPr/>
        </p:nvSpPr>
        <p:spPr>
          <a:xfrm>
            <a:off x="932688" y="2596896"/>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原因がわかる</a:t>
            </a:r>
            <a:endParaRPr lang="en-US" sz="1800" dirty="0"/>
          </a:p>
        </p:txBody>
      </p:sp>
      <p:sp>
        <p:nvSpPr>
          <p:cNvPr id="11" name="Shape 9"/>
          <p:cNvSpPr/>
          <p:nvPr/>
        </p:nvSpPr>
        <p:spPr>
          <a:xfrm>
            <a:off x="457200" y="3145536"/>
            <a:ext cx="310896" cy="310896"/>
          </a:xfrm>
          <a:prstGeom prst="ellipse">
            <a:avLst/>
          </a:prstGeom>
          <a:solidFill>
            <a:srgbClr val="7A1524"/>
          </a:solidFill>
          <a:ln w="12700">
            <a:solidFill>
              <a:srgbClr val="7A1524"/>
            </a:solidFill>
            <a:prstDash val="solid"/>
          </a:ln>
        </p:spPr>
      </p:sp>
      <p:sp>
        <p:nvSpPr>
          <p:cNvPr id="12" name="Text 10"/>
          <p:cNvSpPr txBox="1"/>
          <p:nvPr/>
        </p:nvSpPr>
        <p:spPr>
          <a:xfrm>
            <a:off x="457200" y="31455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3" name="Text 11"/>
          <p:cNvSpPr txBox="1"/>
          <p:nvPr/>
        </p:nvSpPr>
        <p:spPr>
          <a:xfrm>
            <a:off x="932688" y="3090672"/>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自分で変えられることがわかる</a:t>
            </a:r>
            <a:endParaRPr lang="en-US" sz="1800" dirty="0"/>
          </a:p>
        </p:txBody>
      </p:sp>
      <p:sp>
        <p:nvSpPr>
          <p:cNvPr id="14" name="Shape 12"/>
          <p:cNvSpPr/>
          <p:nvPr/>
        </p:nvSpPr>
        <p:spPr>
          <a:xfrm>
            <a:off x="457200" y="3639312"/>
            <a:ext cx="310896" cy="310896"/>
          </a:xfrm>
          <a:prstGeom prst="ellipse">
            <a:avLst/>
          </a:prstGeom>
          <a:solidFill>
            <a:srgbClr val="7A1524"/>
          </a:solidFill>
          <a:ln w="12700">
            <a:solidFill>
              <a:srgbClr val="7A1524"/>
            </a:solidFill>
            <a:prstDash val="solid"/>
          </a:ln>
        </p:spPr>
      </p:sp>
      <p:sp>
        <p:nvSpPr>
          <p:cNvPr id="15" name="Text 13"/>
          <p:cNvSpPr txBox="1"/>
          <p:nvPr/>
        </p:nvSpPr>
        <p:spPr>
          <a:xfrm>
            <a:off x="457200" y="36393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4</a:t>
            </a:r>
            <a:endParaRPr lang="en-US" sz="1300" dirty="0"/>
          </a:p>
        </p:txBody>
      </p:sp>
      <p:sp>
        <p:nvSpPr>
          <p:cNvPr id="16" name="Text 14"/>
          <p:cNvSpPr txBox="1"/>
          <p:nvPr/>
        </p:nvSpPr>
        <p:spPr>
          <a:xfrm>
            <a:off x="932688" y="3584448"/>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次の行動を決める</a:t>
            </a:r>
            <a:endParaRPr lang="en-US" sz="1800" dirty="0"/>
          </a:p>
        </p:txBody>
      </p:sp>
      <p:sp>
        <p:nvSpPr>
          <p:cNvPr id="17" name="Shape 15"/>
          <p:cNvSpPr/>
          <p:nvPr/>
        </p:nvSpPr>
        <p:spPr>
          <a:xfrm>
            <a:off x="457200" y="4133088"/>
            <a:ext cx="310896" cy="310896"/>
          </a:xfrm>
          <a:prstGeom prst="ellipse">
            <a:avLst/>
          </a:prstGeom>
          <a:solidFill>
            <a:srgbClr val="7A1524"/>
          </a:solidFill>
          <a:ln w="12700">
            <a:solidFill>
              <a:srgbClr val="7A1524"/>
            </a:solidFill>
            <a:prstDash val="solid"/>
          </a:ln>
        </p:spPr>
      </p:sp>
      <p:sp>
        <p:nvSpPr>
          <p:cNvPr id="18" name="Text 16"/>
          <p:cNvSpPr txBox="1"/>
          <p:nvPr/>
        </p:nvSpPr>
        <p:spPr>
          <a:xfrm>
            <a:off x="457200" y="41330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5</a:t>
            </a:r>
            <a:endParaRPr lang="en-US" sz="1300" dirty="0"/>
          </a:p>
        </p:txBody>
      </p:sp>
      <p:sp>
        <p:nvSpPr>
          <p:cNvPr id="19" name="Text 17"/>
          <p:cNvSpPr txBox="1"/>
          <p:nvPr/>
        </p:nvSpPr>
        <p:spPr>
          <a:xfrm>
            <a:off x="932688" y="4078224"/>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実際にやってみる</a:t>
            </a:r>
            <a:endParaRPr lang="en-US" sz="1800" dirty="0"/>
          </a:p>
        </p:txBody>
      </p:sp>
      <p:sp>
        <p:nvSpPr>
          <p:cNvPr id="20" name="Text 18"/>
          <p:cNvSpPr txBox="1"/>
          <p:nvPr/>
        </p:nvSpPr>
        <p:spPr>
          <a:xfrm>
            <a:off x="457200" y="4572000"/>
            <a:ext cx="7863840" cy="384048"/>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この繰り返しです。</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4　メンタルトレーニングとは</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16</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まず、不安を分解する</a:t>
            </a:r>
            <a:endParaRPr lang="en-US" sz="3300" dirty="0"/>
          </a:p>
        </p:txBody>
      </p:sp>
      <p:sp>
        <p:nvSpPr>
          <p:cNvPr id="5" name="Text 3"/>
          <p:cNvSpPr txBox="1"/>
          <p:nvPr/>
        </p:nvSpPr>
        <p:spPr>
          <a:xfrm>
            <a:off x="457200" y="1737360"/>
            <a:ext cx="7863840" cy="548640"/>
          </a:xfrm>
          <a:prstGeom prst="rect">
            <a:avLst/>
          </a:prstGeom>
          <a:noFill/>
          <a:ln/>
        </p:spPr>
        <p:txBody>
          <a:bodyPr wrap="square" lIns="0" tIns="0" rIns="0" bIns="0" rtlCol="0" anchor="ctr"/>
          <a:lstStyle/>
          <a:p>
            <a:pPr indent="0" marL="0">
              <a:lnSpc>
                <a:spcPts val="2800"/>
              </a:lnSpc>
              <a:buNone/>
            </a:pPr>
            <a:r>
              <a:rPr lang="en-US" sz="1800" dirty="0">
                <a:solidFill>
                  <a:srgbClr val="3B3634"/>
                </a:solidFill>
                <a:latin typeface="Yu Gothic" pitchFamily="34" charset="0"/>
                <a:ea typeface="Yu Gothic" pitchFamily="34" charset="-122"/>
                <a:cs typeface="Yu Gothic" pitchFamily="34" charset="-120"/>
              </a:rPr>
              <a:t>「試合が不安」だけでは、何をしたらいいかわかりません。</a:t>
            </a:r>
            <a:endParaRPr lang="en-US" sz="1800" dirty="0"/>
          </a:p>
        </p:txBody>
      </p:sp>
      <p:sp>
        <p:nvSpPr>
          <p:cNvPr id="6" name="Shape 4"/>
          <p:cNvSpPr/>
          <p:nvPr/>
        </p:nvSpPr>
        <p:spPr>
          <a:xfrm>
            <a:off x="457200" y="2468880"/>
            <a:ext cx="7863840" cy="621792"/>
          </a:xfrm>
          <a:prstGeom prst="roundRect">
            <a:avLst>
              <a:gd name="adj" fmla="val 8824"/>
            </a:avLst>
          </a:prstGeom>
          <a:solidFill>
            <a:srgbClr val="FAF3F4"/>
          </a:solidFill>
          <a:ln w="12700">
            <a:solidFill>
              <a:srgbClr val="FAF3F4"/>
            </a:solidFill>
            <a:prstDash val="solid"/>
          </a:ln>
        </p:spPr>
      </p:sp>
      <p:sp>
        <p:nvSpPr>
          <p:cNvPr id="7" name="Text 5"/>
          <p:cNvSpPr txBox="1"/>
          <p:nvPr/>
        </p:nvSpPr>
        <p:spPr>
          <a:xfrm>
            <a:off x="713232" y="2468880"/>
            <a:ext cx="7406640" cy="621792"/>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たとえば「3本目を失敗するのが怖い」</a:t>
            </a:r>
            <a:endParaRPr lang="en-US" sz="1800" dirty="0"/>
          </a:p>
        </p:txBody>
      </p:sp>
      <p:sp>
        <p:nvSpPr>
          <p:cNvPr id="8" name="Shape 6"/>
          <p:cNvSpPr/>
          <p:nvPr/>
        </p:nvSpPr>
        <p:spPr>
          <a:xfrm>
            <a:off x="457200" y="3182112"/>
            <a:ext cx="7863840" cy="621792"/>
          </a:xfrm>
          <a:prstGeom prst="roundRect">
            <a:avLst>
              <a:gd name="adj" fmla="val 8824"/>
            </a:avLst>
          </a:prstGeom>
          <a:solidFill>
            <a:srgbClr val="FAF3F4"/>
          </a:solidFill>
          <a:ln w="12700">
            <a:solidFill>
              <a:srgbClr val="FAF3F4"/>
            </a:solidFill>
            <a:prstDash val="solid"/>
          </a:ln>
        </p:spPr>
      </p:sp>
      <p:sp>
        <p:nvSpPr>
          <p:cNvPr id="9" name="Text 7"/>
          <p:cNvSpPr txBox="1"/>
          <p:nvPr/>
        </p:nvSpPr>
        <p:spPr>
          <a:xfrm>
            <a:off x="713232" y="3182112"/>
            <a:ext cx="7406640" cy="621792"/>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さらに「その失敗で、その後まで気持ちが崩れるのが怖い」</a:t>
            </a:r>
            <a:endParaRPr lang="en-US" sz="1800" dirty="0"/>
          </a:p>
        </p:txBody>
      </p:sp>
      <p:sp>
        <p:nvSpPr>
          <p:cNvPr id="10" name="Text 8"/>
          <p:cNvSpPr txBox="1"/>
          <p:nvPr/>
        </p:nvSpPr>
        <p:spPr>
          <a:xfrm>
            <a:off x="457200" y="4114800"/>
            <a:ext cx="7863840" cy="411480"/>
          </a:xfrm>
          <a:prstGeom prst="rect">
            <a:avLst/>
          </a:prstGeom>
          <a:noFill/>
          <a:ln/>
        </p:spPr>
        <p:txBody>
          <a:bodyPr wrap="square" lIns="0" tIns="0" rIns="0" bIns="0" rtlCol="0" anchor="ctr"/>
          <a:lstStyle/>
          <a:p>
            <a:pPr indent="0" marL="0">
              <a:buNone/>
            </a:pPr>
            <a:r>
              <a:rPr lang="en-US" sz="1900" b="1" dirty="0">
                <a:solidFill>
                  <a:srgbClr val="7A1524"/>
                </a:solidFill>
                <a:latin typeface="Yu Gothic" pitchFamily="34" charset="0"/>
                <a:ea typeface="Yu Gothic" pitchFamily="34" charset="-122"/>
                <a:cs typeface="Yu Gothic" pitchFamily="34" charset="-120"/>
              </a:rPr>
              <a:t>ここまでわかると、対策できます。</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4　メンタルトレーニングとは</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17</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640"/>
              </a:lnSpc>
              <a:buNone/>
            </a:pPr>
            <a:r>
              <a:rPr lang="en-US" sz="3200" b="1" dirty="0">
                <a:solidFill>
                  <a:srgbClr val="141416"/>
                </a:solidFill>
                <a:latin typeface="Yu Mincho" pitchFamily="34" charset="0"/>
                <a:ea typeface="Yu Mincho" pitchFamily="34" charset="-122"/>
                <a:cs typeface="Yu Mincho" pitchFamily="34" charset="-120"/>
              </a:rPr>
              <a:t>次に、変えられることを分ける</a:t>
            </a:r>
            <a:endParaRPr lang="en-US" sz="3200" dirty="0"/>
          </a:p>
        </p:txBody>
      </p:sp>
      <p:sp>
        <p:nvSpPr>
          <p:cNvPr id="5" name="Shape 3"/>
          <p:cNvSpPr/>
          <p:nvPr/>
        </p:nvSpPr>
        <p:spPr>
          <a:xfrm>
            <a:off x="457200" y="1783080"/>
            <a:ext cx="3931920" cy="2834640"/>
          </a:xfrm>
          <a:prstGeom prst="roundRect">
            <a:avLst>
              <a:gd name="adj" fmla="val 2581"/>
            </a:avLst>
          </a:prstGeom>
          <a:solidFill>
            <a:srgbClr val="F5F1F0"/>
          </a:solidFill>
          <a:ln w="12700">
            <a:solidFill>
              <a:srgbClr val="E1D9D9"/>
            </a:solidFill>
            <a:prstDash val="solid"/>
          </a:ln>
        </p:spPr>
      </p:sp>
      <p:sp>
        <p:nvSpPr>
          <p:cNvPr id="6" name="Text 4"/>
          <p:cNvSpPr txBox="1"/>
          <p:nvPr/>
        </p:nvSpPr>
        <p:spPr>
          <a:xfrm>
            <a:off x="731520" y="1965960"/>
            <a:ext cx="3474720" cy="365760"/>
          </a:xfrm>
          <a:prstGeom prst="rect">
            <a:avLst/>
          </a:prstGeom>
          <a:noFill/>
          <a:ln/>
        </p:spPr>
        <p:txBody>
          <a:bodyPr wrap="square" lIns="0" tIns="0" rIns="0" bIns="0" rtlCol="0" anchor="ctr"/>
          <a:lstStyle/>
          <a:p>
            <a:pPr indent="0" marL="0">
              <a:buNone/>
            </a:pPr>
            <a:r>
              <a:rPr lang="en-US" sz="1700" b="1" dirty="0">
                <a:solidFill>
                  <a:srgbClr val="6B6360"/>
                </a:solidFill>
                <a:latin typeface="Yu Gothic" pitchFamily="34" charset="0"/>
                <a:ea typeface="Yu Gothic" pitchFamily="34" charset="-122"/>
                <a:cs typeface="Yu Gothic" pitchFamily="34" charset="-120"/>
              </a:rPr>
              <a:t>自分では変えられないこと</a:t>
            </a:r>
            <a:endParaRPr lang="en-US" sz="1700" dirty="0"/>
          </a:p>
        </p:txBody>
      </p:sp>
      <p:sp>
        <p:nvSpPr>
          <p:cNvPr id="7" name="Text 5"/>
          <p:cNvSpPr txBox="1"/>
          <p:nvPr/>
        </p:nvSpPr>
        <p:spPr>
          <a:xfrm>
            <a:off x="777240" y="2423160"/>
            <a:ext cx="3383280" cy="2011680"/>
          </a:xfrm>
          <a:prstGeom prst="rect">
            <a:avLst/>
          </a:prstGeom>
          <a:noFill/>
          <a:ln/>
        </p:spPr>
        <p:txBody>
          <a:bodyPr wrap="square" lIns="0" tIns="0" rIns="0" bIns="0" rtlCol="0" anchor="ctr"/>
          <a:lstStyle/>
          <a:p>
            <a:pPr marL="342900" indent="-342900">
              <a:spcAft>
                <a:spcPts val="800"/>
              </a:spcAft>
              <a:buSzPct val="100000"/>
              <a:buChar char="•"/>
            </a:pPr>
            <a:r>
              <a:rPr lang="en-US" sz="1700" dirty="0">
                <a:solidFill>
                  <a:srgbClr val="3B3634"/>
                </a:solidFill>
                <a:latin typeface="Yu Gothic" pitchFamily="34" charset="0"/>
                <a:ea typeface="Yu Gothic" pitchFamily="34" charset="-122"/>
                <a:cs typeface="Yu Gothic" pitchFamily="34" charset="-120"/>
              </a:rPr>
              <a:t>相手の重量</a:t>
            </a:r>
            <a:endParaRPr lang="en-US" sz="1700" dirty="0"/>
          </a:p>
          <a:p>
            <a:pPr marL="342900" indent="-342900">
              <a:spcAft>
                <a:spcPts val="800"/>
              </a:spcAft>
              <a:buSzPct val="100000"/>
              <a:buChar char="•"/>
            </a:pPr>
            <a:r>
              <a:rPr lang="en-US" sz="1700" dirty="0">
                <a:solidFill>
                  <a:srgbClr val="3B3634"/>
                </a:solidFill>
                <a:latin typeface="Yu Gothic" pitchFamily="34" charset="0"/>
                <a:ea typeface="Yu Gothic" pitchFamily="34" charset="-122"/>
                <a:cs typeface="Yu Gothic" pitchFamily="34" charset="-120"/>
              </a:rPr>
              <a:t>審判</a:t>
            </a:r>
            <a:endParaRPr lang="en-US" sz="1700" dirty="0"/>
          </a:p>
          <a:p>
            <a:pPr marL="342900" indent="-342900">
              <a:spcAft>
                <a:spcPts val="800"/>
              </a:spcAft>
              <a:buSzPct val="100000"/>
              <a:buChar char="•"/>
            </a:pPr>
            <a:r>
              <a:rPr lang="en-US" sz="1700" dirty="0">
                <a:solidFill>
                  <a:srgbClr val="3B3634"/>
                </a:solidFill>
                <a:latin typeface="Yu Gothic" pitchFamily="34" charset="0"/>
                <a:ea typeface="Yu Gothic" pitchFamily="34" charset="-122"/>
                <a:cs typeface="Yu Gothic" pitchFamily="34" charset="-120"/>
              </a:rPr>
              <a:t>順位の動き</a:t>
            </a:r>
            <a:endParaRPr lang="en-US" sz="1700" dirty="0"/>
          </a:p>
          <a:p>
            <a:pPr marL="342900" indent="-342900">
              <a:spcAft>
                <a:spcPts val="800"/>
              </a:spcAft>
              <a:buSzPct val="100000"/>
              <a:buChar char="•"/>
            </a:pPr>
            <a:r>
              <a:rPr lang="en-US" sz="1700" dirty="0">
                <a:solidFill>
                  <a:srgbClr val="3B3634"/>
                </a:solidFill>
                <a:latin typeface="Yu Gothic" pitchFamily="34" charset="0"/>
                <a:ea typeface="Yu Gothic" pitchFamily="34" charset="-122"/>
                <a:cs typeface="Yu Gothic" pitchFamily="34" charset="-120"/>
              </a:rPr>
              <a:t>試合進行</a:t>
            </a:r>
            <a:endParaRPr lang="en-US" sz="1700" dirty="0"/>
          </a:p>
        </p:txBody>
      </p:sp>
      <p:sp>
        <p:nvSpPr>
          <p:cNvPr id="8" name="Shape 6"/>
          <p:cNvSpPr/>
          <p:nvPr/>
        </p:nvSpPr>
        <p:spPr>
          <a:xfrm>
            <a:off x="4754880" y="1783080"/>
            <a:ext cx="3931920" cy="2834640"/>
          </a:xfrm>
          <a:prstGeom prst="roundRect">
            <a:avLst>
              <a:gd name="adj" fmla="val 2581"/>
            </a:avLst>
          </a:prstGeom>
          <a:solidFill>
            <a:srgbClr val="540E19"/>
          </a:solidFill>
          <a:ln w="12700">
            <a:solidFill>
              <a:srgbClr val="540E19"/>
            </a:solidFill>
            <a:prstDash val="solid"/>
          </a:ln>
        </p:spPr>
      </p:sp>
      <p:sp>
        <p:nvSpPr>
          <p:cNvPr id="9" name="Text 7"/>
          <p:cNvSpPr txBox="1"/>
          <p:nvPr/>
        </p:nvSpPr>
        <p:spPr>
          <a:xfrm>
            <a:off x="5029200" y="1965960"/>
            <a:ext cx="3474720" cy="365760"/>
          </a:xfrm>
          <a:prstGeom prst="rect">
            <a:avLst/>
          </a:prstGeom>
          <a:noFill/>
          <a:ln/>
        </p:spPr>
        <p:txBody>
          <a:bodyPr wrap="square" lIns="0" tIns="0" rIns="0" bIns="0" rtlCol="0" anchor="ctr"/>
          <a:lstStyle/>
          <a:p>
            <a:pPr indent="0" marL="0">
              <a:buNone/>
            </a:pPr>
            <a:r>
              <a:rPr lang="en-US" sz="1700" b="1" dirty="0">
                <a:solidFill>
                  <a:srgbClr val="F0B9C3"/>
                </a:solidFill>
                <a:latin typeface="Yu Gothic" pitchFamily="34" charset="0"/>
                <a:ea typeface="Yu Gothic" pitchFamily="34" charset="-122"/>
                <a:cs typeface="Yu Gothic" pitchFamily="34" charset="-120"/>
              </a:rPr>
              <a:t>自分で選べること</a:t>
            </a:r>
            <a:endParaRPr lang="en-US" sz="1700" dirty="0"/>
          </a:p>
        </p:txBody>
      </p:sp>
      <p:sp>
        <p:nvSpPr>
          <p:cNvPr id="10" name="Text 8"/>
          <p:cNvSpPr txBox="1"/>
          <p:nvPr/>
        </p:nvSpPr>
        <p:spPr>
          <a:xfrm>
            <a:off x="5074920" y="2423160"/>
            <a:ext cx="3383280" cy="2103120"/>
          </a:xfrm>
          <a:prstGeom prst="rect">
            <a:avLst/>
          </a:prstGeom>
          <a:noFill/>
          <a:ln/>
        </p:spPr>
        <p:txBody>
          <a:bodyPr wrap="square" lIns="0" tIns="0" rIns="0" bIns="0" rtlCol="0" anchor="ctr"/>
          <a:lstStyle/>
          <a:p>
            <a:pPr marL="342900" indent="-342900">
              <a:spcAft>
                <a:spcPts val="600"/>
              </a:spcAft>
              <a:buSzPct val="100000"/>
              <a:buChar char="•"/>
            </a:pPr>
            <a:r>
              <a:rPr lang="en-US" sz="1700" dirty="0">
                <a:solidFill>
                  <a:srgbClr val="FFFFFF"/>
                </a:solidFill>
                <a:latin typeface="Yu Gothic" pitchFamily="34" charset="0"/>
                <a:ea typeface="Yu Gothic" pitchFamily="34" charset="-122"/>
                <a:cs typeface="Yu Gothic" pitchFamily="34" charset="-120"/>
              </a:rPr>
              <a:t>呼吸</a:t>
            </a:r>
            <a:endParaRPr lang="en-US" sz="1700" dirty="0"/>
          </a:p>
          <a:p>
            <a:pPr marL="342900" indent="-342900">
              <a:spcAft>
                <a:spcPts val="600"/>
              </a:spcAft>
              <a:buSzPct val="100000"/>
              <a:buChar char="•"/>
            </a:pPr>
            <a:r>
              <a:rPr lang="en-US" sz="1700" dirty="0">
                <a:solidFill>
                  <a:srgbClr val="FFFFFF"/>
                </a:solidFill>
                <a:latin typeface="Yu Gothic" pitchFamily="34" charset="0"/>
                <a:ea typeface="Yu Gothic" pitchFamily="34" charset="-122"/>
                <a:cs typeface="Yu Gothic" pitchFamily="34" charset="-120"/>
              </a:rPr>
              <a:t>アップ</a:t>
            </a:r>
            <a:endParaRPr lang="en-US" sz="1700" dirty="0"/>
          </a:p>
          <a:p>
            <a:pPr marL="342900" indent="-342900">
              <a:spcAft>
                <a:spcPts val="600"/>
              </a:spcAft>
              <a:buSzPct val="100000"/>
              <a:buChar char="•"/>
            </a:pPr>
            <a:r>
              <a:rPr lang="en-US" sz="1700" dirty="0">
                <a:solidFill>
                  <a:srgbClr val="FFFFFF"/>
                </a:solidFill>
                <a:latin typeface="Yu Gothic" pitchFamily="34" charset="0"/>
                <a:ea typeface="Yu Gothic" pitchFamily="34" charset="-122"/>
                <a:cs typeface="Yu Gothic" pitchFamily="34" charset="-120"/>
              </a:rPr>
              <a:t>考えること</a:t>
            </a:r>
            <a:endParaRPr lang="en-US" sz="1700" dirty="0"/>
          </a:p>
          <a:p>
            <a:pPr marL="342900" indent="-342900">
              <a:spcAft>
                <a:spcPts val="600"/>
              </a:spcAft>
              <a:buSzPct val="100000"/>
              <a:buChar char="•"/>
            </a:pPr>
            <a:r>
              <a:rPr lang="en-US" sz="1700" dirty="0">
                <a:solidFill>
                  <a:srgbClr val="FFFFFF"/>
                </a:solidFill>
                <a:latin typeface="Yu Gothic" pitchFamily="34" charset="0"/>
                <a:ea typeface="Yu Gothic" pitchFamily="34" charset="-122"/>
                <a:cs typeface="Yu Gothic" pitchFamily="34" charset="-120"/>
              </a:rPr>
              <a:t>一本前の行動</a:t>
            </a:r>
            <a:endParaRPr lang="en-US" sz="1700" dirty="0"/>
          </a:p>
          <a:p>
            <a:pPr marL="342900" indent="-342900">
              <a:spcAft>
                <a:spcPts val="600"/>
              </a:spcAft>
              <a:buSzPct val="100000"/>
              <a:buChar char="•"/>
            </a:pPr>
            <a:r>
              <a:rPr lang="en-US" sz="1700" dirty="0">
                <a:solidFill>
                  <a:srgbClr val="FFFFFF"/>
                </a:solidFill>
                <a:latin typeface="Yu Gothic" pitchFamily="34" charset="0"/>
                <a:ea typeface="Yu Gothic" pitchFamily="34" charset="-122"/>
                <a:cs typeface="Yu Gothic" pitchFamily="34" charset="-120"/>
              </a:rPr>
              <a:t>失敗後の行動</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4　メンタルトレーニングとは</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18</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一本失敗したら、その試合は終わり？</a:t>
            </a:r>
            <a:endParaRPr lang="en-US" sz="2900" dirty="0"/>
          </a:p>
        </p:txBody>
      </p:sp>
      <p:sp>
        <p:nvSpPr>
          <p:cNvPr id="5" name="Shape 3"/>
          <p:cNvSpPr/>
          <p:nvPr/>
        </p:nvSpPr>
        <p:spPr>
          <a:xfrm>
            <a:off x="457200" y="1737360"/>
            <a:ext cx="3931920" cy="1051560"/>
          </a:xfrm>
          <a:prstGeom prst="roundRect">
            <a:avLst>
              <a:gd name="adj" fmla="val 6087"/>
            </a:avLst>
          </a:prstGeom>
          <a:solidFill>
            <a:srgbClr val="FAF3F4"/>
          </a:solidFill>
          <a:ln w="12700">
            <a:solidFill>
              <a:srgbClr val="FAF3F4"/>
            </a:solidFill>
            <a:prstDash val="solid"/>
          </a:ln>
        </p:spPr>
      </p:sp>
      <p:sp>
        <p:nvSpPr>
          <p:cNvPr id="6" name="Text 4"/>
          <p:cNvSpPr txBox="1"/>
          <p:nvPr/>
        </p:nvSpPr>
        <p:spPr>
          <a:xfrm>
            <a:off x="777240" y="1737360"/>
            <a:ext cx="3657600" cy="1051560"/>
          </a:xfrm>
          <a:prstGeom prst="rect">
            <a:avLst/>
          </a:prstGeom>
          <a:noFill/>
          <a:ln/>
        </p:spPr>
        <p:txBody>
          <a:bodyPr wrap="square" lIns="0" tIns="0" rIns="0" bIns="0" rtlCol="0" anchor="ctr"/>
          <a:lstStyle/>
          <a:p>
            <a:pPr indent="0" marL="0">
              <a:lnSpc>
                <a:spcPts val="2600"/>
              </a:lnSpc>
              <a:buNone/>
            </a:pPr>
            <a:r>
              <a:rPr lang="en-US" sz="1800" b="1" dirty="0">
                <a:solidFill>
                  <a:srgbClr val="7A1524"/>
                </a:solidFill>
                <a:latin typeface="Yu Gothic" pitchFamily="34" charset="0"/>
                <a:ea typeface="Yu Gothic" pitchFamily="34" charset="-122"/>
                <a:cs typeface="Yu Gothic" pitchFamily="34" charset="-120"/>
              </a:rPr>
              <a:t>「失敗した」</a:t>
            </a:r>
            <a:endParaRPr lang="en-US" sz="1800" dirty="0"/>
          </a:p>
          <a:p>
            <a:pPr indent="0" marL="0">
              <a:lnSpc>
                <a:spcPts val="2600"/>
              </a:lnSpc>
              <a:buNone/>
            </a:pPr>
            <a:r>
              <a:rPr lang="en-US" sz="1800" b="1" dirty="0">
                <a:solidFill>
                  <a:srgbClr val="7A1524"/>
                </a:solidFill>
                <a:latin typeface="Yu Gothic" pitchFamily="34" charset="0"/>
                <a:ea typeface="Yu Gothic" pitchFamily="34" charset="-122"/>
                <a:cs typeface="Yu Gothic" pitchFamily="34" charset="-120"/>
              </a:rPr>
              <a:t>これは事実。</a:t>
            </a:r>
            <a:endParaRPr lang="en-US" sz="1800" dirty="0"/>
          </a:p>
        </p:txBody>
      </p:sp>
      <p:sp>
        <p:nvSpPr>
          <p:cNvPr id="7" name="Shape 5"/>
          <p:cNvSpPr/>
          <p:nvPr/>
        </p:nvSpPr>
        <p:spPr>
          <a:xfrm>
            <a:off x="4754880" y="1737360"/>
            <a:ext cx="3931920" cy="1051560"/>
          </a:xfrm>
          <a:prstGeom prst="roundRect">
            <a:avLst>
              <a:gd name="adj" fmla="val 6087"/>
            </a:avLst>
          </a:prstGeom>
          <a:solidFill>
            <a:srgbClr val="F5F1F0"/>
          </a:solidFill>
          <a:ln w="12700">
            <a:solidFill>
              <a:srgbClr val="E1D9D9"/>
            </a:solidFill>
            <a:prstDash val="solid"/>
          </a:ln>
        </p:spPr>
      </p:sp>
      <p:sp>
        <p:nvSpPr>
          <p:cNvPr id="8" name="Text 6"/>
          <p:cNvSpPr txBox="1"/>
          <p:nvPr/>
        </p:nvSpPr>
        <p:spPr>
          <a:xfrm>
            <a:off x="5074920" y="1737360"/>
            <a:ext cx="3657600" cy="1051560"/>
          </a:xfrm>
          <a:prstGeom prst="rect">
            <a:avLst/>
          </a:prstGeom>
          <a:noFill/>
          <a:ln/>
        </p:spPr>
        <p:txBody>
          <a:bodyPr wrap="square" lIns="0" tIns="0" rIns="0" bIns="0" rtlCol="0" anchor="ctr"/>
          <a:lstStyle/>
          <a:p>
            <a:pPr indent="0" marL="0">
              <a:lnSpc>
                <a:spcPts val="2600"/>
              </a:lnSpc>
              <a:buNone/>
            </a:pPr>
            <a:r>
              <a:rPr lang="en-US" sz="1800" b="1" dirty="0">
                <a:solidFill>
                  <a:srgbClr val="6B6360"/>
                </a:solidFill>
                <a:latin typeface="Yu Gothic" pitchFamily="34" charset="0"/>
                <a:ea typeface="Yu Gothic" pitchFamily="34" charset="-122"/>
                <a:cs typeface="Yu Gothic" pitchFamily="34" charset="-120"/>
              </a:rPr>
              <a:t>「今日はもうダメだ」</a:t>
            </a:r>
            <a:endParaRPr lang="en-US" sz="1800" dirty="0"/>
          </a:p>
          <a:p>
            <a:pPr indent="0" marL="0">
              <a:lnSpc>
                <a:spcPts val="2600"/>
              </a:lnSpc>
              <a:buNone/>
            </a:pPr>
            <a:r>
              <a:rPr lang="en-US" sz="1800" b="1" dirty="0">
                <a:solidFill>
                  <a:srgbClr val="6B6360"/>
                </a:solidFill>
                <a:latin typeface="Yu Gothic" pitchFamily="34" charset="0"/>
                <a:ea typeface="Yu Gothic" pitchFamily="34" charset="-122"/>
                <a:cs typeface="Yu Gothic" pitchFamily="34" charset="-120"/>
              </a:rPr>
              <a:t>これは評価。</a:t>
            </a:r>
            <a:endParaRPr lang="en-US" sz="1800" dirty="0"/>
          </a:p>
        </p:txBody>
      </p:sp>
      <p:sp>
        <p:nvSpPr>
          <p:cNvPr id="9" name="Text 7"/>
          <p:cNvSpPr txBox="1"/>
          <p:nvPr/>
        </p:nvSpPr>
        <p:spPr>
          <a:xfrm>
            <a:off x="457200" y="3017520"/>
            <a:ext cx="7863840" cy="41148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この2つを分けます。失敗した時ほど、次の3つを整理する。</a:t>
            </a:r>
            <a:endParaRPr lang="en-US" sz="1800" dirty="0"/>
          </a:p>
        </p:txBody>
      </p:sp>
      <p:sp>
        <p:nvSpPr>
          <p:cNvPr id="10" name="Shape 8"/>
          <p:cNvSpPr/>
          <p:nvPr/>
        </p:nvSpPr>
        <p:spPr>
          <a:xfrm>
            <a:off x="457200" y="3666744"/>
            <a:ext cx="310896" cy="310896"/>
          </a:xfrm>
          <a:prstGeom prst="ellipse">
            <a:avLst/>
          </a:prstGeom>
          <a:solidFill>
            <a:srgbClr val="7A1524"/>
          </a:solidFill>
          <a:ln w="12700">
            <a:solidFill>
              <a:srgbClr val="7A1524"/>
            </a:solidFill>
            <a:prstDash val="solid"/>
          </a:ln>
        </p:spPr>
      </p:sp>
      <p:sp>
        <p:nvSpPr>
          <p:cNvPr id="11" name="Text 9"/>
          <p:cNvSpPr txBox="1"/>
          <p:nvPr/>
        </p:nvSpPr>
        <p:spPr>
          <a:xfrm>
            <a:off x="457200" y="36667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12" name="Text 10"/>
          <p:cNvSpPr txBox="1"/>
          <p:nvPr/>
        </p:nvSpPr>
        <p:spPr>
          <a:xfrm>
            <a:off x="932688" y="3611880"/>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何が起きた？</a:t>
            </a:r>
            <a:endParaRPr lang="en-US" sz="1800" dirty="0"/>
          </a:p>
        </p:txBody>
      </p:sp>
      <p:sp>
        <p:nvSpPr>
          <p:cNvPr id="13" name="Shape 11"/>
          <p:cNvSpPr/>
          <p:nvPr/>
        </p:nvSpPr>
        <p:spPr>
          <a:xfrm>
            <a:off x="457200" y="4142232"/>
            <a:ext cx="310896" cy="310896"/>
          </a:xfrm>
          <a:prstGeom prst="ellipse">
            <a:avLst/>
          </a:prstGeom>
          <a:solidFill>
            <a:srgbClr val="7A1524"/>
          </a:solidFill>
          <a:ln w="12700">
            <a:solidFill>
              <a:srgbClr val="7A1524"/>
            </a:solidFill>
            <a:prstDash val="solid"/>
          </a:ln>
        </p:spPr>
      </p:sp>
      <p:sp>
        <p:nvSpPr>
          <p:cNvPr id="14" name="Text 12"/>
          <p:cNvSpPr txBox="1"/>
          <p:nvPr/>
        </p:nvSpPr>
        <p:spPr>
          <a:xfrm>
            <a:off x="457200" y="41422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5" name="Text 13"/>
          <p:cNvSpPr txBox="1"/>
          <p:nvPr/>
        </p:nvSpPr>
        <p:spPr>
          <a:xfrm>
            <a:off x="932688" y="4087368"/>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何を変える？</a:t>
            </a:r>
            <a:endParaRPr lang="en-US" sz="1800" dirty="0"/>
          </a:p>
        </p:txBody>
      </p:sp>
      <p:sp>
        <p:nvSpPr>
          <p:cNvPr id="16" name="Shape 14"/>
          <p:cNvSpPr/>
          <p:nvPr/>
        </p:nvSpPr>
        <p:spPr>
          <a:xfrm>
            <a:off x="457200" y="4617720"/>
            <a:ext cx="310896" cy="310896"/>
          </a:xfrm>
          <a:prstGeom prst="ellipse">
            <a:avLst/>
          </a:prstGeom>
          <a:solidFill>
            <a:srgbClr val="7A1524"/>
          </a:solidFill>
          <a:ln w="12700">
            <a:solidFill>
              <a:srgbClr val="7A1524"/>
            </a:solidFill>
            <a:prstDash val="solid"/>
          </a:ln>
        </p:spPr>
      </p:sp>
      <p:sp>
        <p:nvSpPr>
          <p:cNvPr id="17" name="Text 15"/>
          <p:cNvSpPr txBox="1"/>
          <p:nvPr/>
        </p:nvSpPr>
        <p:spPr>
          <a:xfrm>
            <a:off x="457200" y="46177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932688" y="4562856"/>
            <a:ext cx="7132320" cy="420624"/>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もう考えなくていいことは？</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4　メンタルトレーニングとは</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19</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目標は3種類に分ける</a:t>
            </a:r>
            <a:endParaRPr lang="en-US" sz="3300" dirty="0"/>
          </a:p>
        </p:txBody>
      </p:sp>
      <p:sp>
        <p:nvSpPr>
          <p:cNvPr id="5" name="Shape 3"/>
          <p:cNvSpPr/>
          <p:nvPr/>
        </p:nvSpPr>
        <p:spPr>
          <a:xfrm>
            <a:off x="457200" y="1783080"/>
            <a:ext cx="7863840" cy="676656"/>
          </a:xfrm>
          <a:prstGeom prst="roundRect">
            <a:avLst>
              <a:gd name="adj" fmla="val 9459"/>
            </a:avLst>
          </a:prstGeom>
          <a:solidFill>
            <a:srgbClr val="FAF3F4"/>
          </a:solidFill>
          <a:ln w="12700">
            <a:solidFill>
              <a:srgbClr val="FAF3F4"/>
            </a:solidFill>
            <a:prstDash val="solid"/>
          </a:ln>
        </p:spPr>
      </p:sp>
      <p:sp>
        <p:nvSpPr>
          <p:cNvPr id="6" name="Text 4"/>
          <p:cNvSpPr txBox="1"/>
          <p:nvPr/>
        </p:nvSpPr>
        <p:spPr>
          <a:xfrm>
            <a:off x="777240" y="1783080"/>
            <a:ext cx="2377440" cy="676656"/>
          </a:xfrm>
          <a:prstGeom prst="rect">
            <a:avLst/>
          </a:prstGeom>
          <a:noFill/>
          <a:ln/>
        </p:spPr>
        <p:txBody>
          <a:bodyPr wrap="square" lIns="0" tIns="0" rIns="0" bIns="0" rtlCol="0" anchor="ctr"/>
          <a:lstStyle/>
          <a:p>
            <a:pPr indent="0" marL="0">
              <a:buNone/>
            </a:pPr>
            <a:r>
              <a:rPr lang="en-US" sz="1700" b="1" dirty="0">
                <a:solidFill>
                  <a:srgbClr val="7A1524"/>
                </a:solidFill>
                <a:latin typeface="Yu Gothic" pitchFamily="34" charset="0"/>
                <a:ea typeface="Yu Gothic" pitchFamily="34" charset="-122"/>
                <a:cs typeface="Yu Gothic" pitchFamily="34" charset="-120"/>
              </a:rPr>
              <a:t>結果目標</a:t>
            </a:r>
            <a:endParaRPr lang="en-US" sz="1700" dirty="0"/>
          </a:p>
        </p:txBody>
      </p:sp>
      <p:sp>
        <p:nvSpPr>
          <p:cNvPr id="7" name="Text 5"/>
          <p:cNvSpPr txBox="1"/>
          <p:nvPr/>
        </p:nvSpPr>
        <p:spPr>
          <a:xfrm>
            <a:off x="3246120" y="1783080"/>
            <a:ext cx="4937760" cy="676656"/>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「優勝する」「標準を取る」</a:t>
            </a:r>
            <a:endParaRPr lang="en-US" sz="1700" dirty="0"/>
          </a:p>
        </p:txBody>
      </p:sp>
      <p:sp>
        <p:nvSpPr>
          <p:cNvPr id="8" name="Shape 6"/>
          <p:cNvSpPr/>
          <p:nvPr/>
        </p:nvSpPr>
        <p:spPr>
          <a:xfrm>
            <a:off x="457200" y="2569464"/>
            <a:ext cx="7863840" cy="676656"/>
          </a:xfrm>
          <a:prstGeom prst="roundRect">
            <a:avLst>
              <a:gd name="adj" fmla="val 9459"/>
            </a:avLst>
          </a:prstGeom>
          <a:solidFill>
            <a:srgbClr val="FAF3F4"/>
          </a:solidFill>
          <a:ln w="12700">
            <a:solidFill>
              <a:srgbClr val="FAF3F4"/>
            </a:solidFill>
            <a:prstDash val="solid"/>
          </a:ln>
        </p:spPr>
      </p:sp>
      <p:sp>
        <p:nvSpPr>
          <p:cNvPr id="9" name="Text 7"/>
          <p:cNvSpPr txBox="1"/>
          <p:nvPr/>
        </p:nvSpPr>
        <p:spPr>
          <a:xfrm>
            <a:off x="777240" y="2569464"/>
            <a:ext cx="2377440" cy="676656"/>
          </a:xfrm>
          <a:prstGeom prst="rect">
            <a:avLst/>
          </a:prstGeom>
          <a:noFill/>
          <a:ln/>
        </p:spPr>
        <p:txBody>
          <a:bodyPr wrap="square" lIns="0" tIns="0" rIns="0" bIns="0" rtlCol="0" anchor="ctr"/>
          <a:lstStyle/>
          <a:p>
            <a:pPr indent="0" marL="0">
              <a:buNone/>
            </a:pPr>
            <a:r>
              <a:rPr lang="en-US" sz="1700" b="1" dirty="0">
                <a:solidFill>
                  <a:srgbClr val="7A1524"/>
                </a:solidFill>
                <a:latin typeface="Yu Gothic" pitchFamily="34" charset="0"/>
                <a:ea typeface="Yu Gothic" pitchFamily="34" charset="-122"/>
                <a:cs typeface="Yu Gothic" pitchFamily="34" charset="-120"/>
              </a:rPr>
              <a:t>パフォーマンス目標</a:t>
            </a:r>
            <a:endParaRPr lang="en-US" sz="1700" dirty="0"/>
          </a:p>
        </p:txBody>
      </p:sp>
      <p:sp>
        <p:nvSpPr>
          <p:cNvPr id="10" name="Text 8"/>
          <p:cNvSpPr txBox="1"/>
          <p:nvPr/>
        </p:nvSpPr>
        <p:spPr>
          <a:xfrm>
            <a:off x="3246120" y="2569464"/>
            <a:ext cx="4937760" cy="676656"/>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「○kgを成功させる」</a:t>
            </a:r>
            <a:endParaRPr lang="en-US" sz="1700" dirty="0"/>
          </a:p>
        </p:txBody>
      </p:sp>
      <p:sp>
        <p:nvSpPr>
          <p:cNvPr id="11" name="Shape 9"/>
          <p:cNvSpPr/>
          <p:nvPr/>
        </p:nvSpPr>
        <p:spPr>
          <a:xfrm>
            <a:off x="457200" y="3355848"/>
            <a:ext cx="7863840" cy="676656"/>
          </a:xfrm>
          <a:prstGeom prst="roundRect">
            <a:avLst>
              <a:gd name="adj" fmla="val 9459"/>
            </a:avLst>
          </a:prstGeom>
          <a:solidFill>
            <a:srgbClr val="540E19"/>
          </a:solidFill>
          <a:ln w="12700">
            <a:solidFill>
              <a:srgbClr val="540E19"/>
            </a:solidFill>
            <a:prstDash val="solid"/>
          </a:ln>
        </p:spPr>
      </p:sp>
      <p:sp>
        <p:nvSpPr>
          <p:cNvPr id="12" name="Text 10"/>
          <p:cNvSpPr txBox="1"/>
          <p:nvPr/>
        </p:nvSpPr>
        <p:spPr>
          <a:xfrm>
            <a:off x="777240" y="3355848"/>
            <a:ext cx="2377440" cy="676656"/>
          </a:xfrm>
          <a:prstGeom prst="rect">
            <a:avLst/>
          </a:prstGeom>
          <a:noFill/>
          <a:ln/>
        </p:spPr>
        <p:txBody>
          <a:bodyPr wrap="square" lIns="0" tIns="0" rIns="0" bIns="0" rtlCol="0" anchor="ctr"/>
          <a:lstStyle/>
          <a:p>
            <a:pPr indent="0" marL="0">
              <a:buNone/>
            </a:pPr>
            <a:r>
              <a:rPr lang="en-US" sz="1700" b="1" dirty="0">
                <a:solidFill>
                  <a:srgbClr val="F0B9C3"/>
                </a:solidFill>
                <a:latin typeface="Yu Gothic" pitchFamily="34" charset="0"/>
                <a:ea typeface="Yu Gothic" pitchFamily="34" charset="-122"/>
                <a:cs typeface="Yu Gothic" pitchFamily="34" charset="-120"/>
              </a:rPr>
              <a:t>行動目標</a:t>
            </a:r>
            <a:endParaRPr lang="en-US" sz="1700" dirty="0"/>
          </a:p>
        </p:txBody>
      </p:sp>
      <p:sp>
        <p:nvSpPr>
          <p:cNvPr id="13" name="Text 11"/>
          <p:cNvSpPr txBox="1"/>
          <p:nvPr/>
        </p:nvSpPr>
        <p:spPr>
          <a:xfrm>
            <a:off x="3246120" y="3355848"/>
            <a:ext cx="4937760" cy="676656"/>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「そのために今日何をする？」</a:t>
            </a:r>
            <a:endParaRPr lang="en-US" sz="1700" dirty="0"/>
          </a:p>
        </p:txBody>
      </p:sp>
      <p:sp>
        <p:nvSpPr>
          <p:cNvPr id="14" name="Text 12"/>
          <p:cNvSpPr txBox="1"/>
          <p:nvPr/>
        </p:nvSpPr>
        <p:spPr>
          <a:xfrm>
            <a:off x="457200" y="4251960"/>
            <a:ext cx="7863840" cy="41148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結果だけでは、今日の行動は決まりません。</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4　メンタルトレーニングとは</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20</a:t>
            </a:r>
            <a:endParaRPr lang="en-US" sz="1100" dirty="0"/>
          </a:p>
        </p:txBody>
      </p:sp>
      <p:sp>
        <p:nvSpPr>
          <p:cNvPr id="4" name="Text 2"/>
          <p:cNvSpPr txBox="1"/>
          <p:nvPr/>
        </p:nvSpPr>
        <p:spPr>
          <a:xfrm>
            <a:off x="457200" y="777240"/>
            <a:ext cx="7863840" cy="1188720"/>
          </a:xfrm>
          <a:prstGeom prst="rect">
            <a:avLst/>
          </a:prstGeom>
          <a:noFill/>
          <a:ln/>
        </p:spPr>
        <p:txBody>
          <a:bodyPr wrap="square" lIns="0" tIns="0" rIns="0" bIns="0" rtlCol="0" anchor="t"/>
          <a:lstStyle/>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目標を達成できる選手なら、</a:t>
            </a:r>
            <a:endParaRPr lang="en-US" sz="3400" dirty="0"/>
          </a:p>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今日どうする？</a:t>
            </a:r>
            <a:endParaRPr lang="en-US" sz="3400" dirty="0"/>
          </a:p>
        </p:txBody>
      </p:sp>
      <p:sp>
        <p:nvSpPr>
          <p:cNvPr id="5" name="Shape 3"/>
          <p:cNvSpPr/>
          <p:nvPr/>
        </p:nvSpPr>
        <p:spPr>
          <a:xfrm>
            <a:off x="457200" y="2331720"/>
            <a:ext cx="3931920" cy="621792"/>
          </a:xfrm>
          <a:prstGeom prst="roundRect">
            <a:avLst>
              <a:gd name="adj" fmla="val 8824"/>
            </a:avLst>
          </a:prstGeom>
          <a:solidFill>
            <a:srgbClr val="7A1524"/>
          </a:solidFill>
          <a:ln w="12700">
            <a:solidFill>
              <a:srgbClr val="7A1524"/>
            </a:solidFill>
            <a:prstDash val="solid"/>
          </a:ln>
        </p:spPr>
      </p:sp>
      <p:sp>
        <p:nvSpPr>
          <p:cNvPr id="6" name="Text 4"/>
          <p:cNvSpPr txBox="1"/>
          <p:nvPr/>
        </p:nvSpPr>
        <p:spPr>
          <a:xfrm>
            <a:off x="457200" y="2331720"/>
            <a:ext cx="3931920" cy="621792"/>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やること　1つ</a:t>
            </a:r>
            <a:endParaRPr lang="en-US" sz="1800" dirty="0"/>
          </a:p>
        </p:txBody>
      </p:sp>
      <p:sp>
        <p:nvSpPr>
          <p:cNvPr id="7" name="Shape 5"/>
          <p:cNvSpPr/>
          <p:nvPr/>
        </p:nvSpPr>
        <p:spPr>
          <a:xfrm>
            <a:off x="4754880" y="2331720"/>
            <a:ext cx="3931920" cy="621792"/>
          </a:xfrm>
          <a:prstGeom prst="roundRect">
            <a:avLst>
              <a:gd name="adj" fmla="val 8824"/>
            </a:avLst>
          </a:prstGeom>
          <a:solidFill>
            <a:srgbClr val="F5F1F0"/>
          </a:solidFill>
          <a:ln w="12700">
            <a:solidFill>
              <a:srgbClr val="E1D9D9"/>
            </a:solidFill>
            <a:prstDash val="solid"/>
          </a:ln>
        </p:spPr>
      </p:sp>
      <p:sp>
        <p:nvSpPr>
          <p:cNvPr id="8" name="Text 6"/>
          <p:cNvSpPr txBox="1"/>
          <p:nvPr/>
        </p:nvSpPr>
        <p:spPr>
          <a:xfrm>
            <a:off x="4754880" y="2331720"/>
            <a:ext cx="3931920" cy="621792"/>
          </a:xfrm>
          <a:prstGeom prst="rect">
            <a:avLst/>
          </a:prstGeom>
          <a:noFill/>
          <a:ln/>
        </p:spPr>
        <p:txBody>
          <a:bodyPr wrap="square" lIns="0" tIns="0" rIns="0" bIns="0" rtlCol="0" anchor="ctr"/>
          <a:lstStyle/>
          <a:p>
            <a:pPr algn="ctr" indent="0" marL="0">
              <a:buNone/>
            </a:pPr>
            <a:r>
              <a:rPr lang="en-US" sz="1800" b="1" dirty="0">
                <a:solidFill>
                  <a:srgbClr val="6B6360"/>
                </a:solidFill>
                <a:latin typeface="Yu Gothic" pitchFamily="34" charset="0"/>
                <a:ea typeface="Yu Gothic" pitchFamily="34" charset="-122"/>
                <a:cs typeface="Yu Gothic" pitchFamily="34" charset="-120"/>
              </a:rPr>
              <a:t>やらないこと　1つ</a:t>
            </a:r>
            <a:endParaRPr lang="en-US" sz="1800" dirty="0"/>
          </a:p>
        </p:txBody>
      </p:sp>
      <p:sp>
        <p:nvSpPr>
          <p:cNvPr id="9" name="Text 7"/>
          <p:cNvSpPr txBox="1"/>
          <p:nvPr/>
        </p:nvSpPr>
        <p:spPr>
          <a:xfrm>
            <a:off x="457200" y="3200400"/>
            <a:ext cx="7863840" cy="91440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たとえば、今日はフォームを大事にする。</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今日は追加で重い重量を持たない。今日はしっかり寝る。</a:t>
            </a:r>
            <a:endParaRPr lang="en-US" sz="1800" dirty="0"/>
          </a:p>
        </p:txBody>
      </p:sp>
      <p:sp>
        <p:nvSpPr>
          <p:cNvPr id="10" name="Text 8"/>
          <p:cNvSpPr txBox="1"/>
          <p:nvPr/>
        </p:nvSpPr>
        <p:spPr>
          <a:xfrm>
            <a:off x="457200" y="4297680"/>
            <a:ext cx="7863840" cy="41148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目標は、毎日の選択からつくられます。</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457200" y="4576572"/>
            <a:ext cx="548640" cy="274320"/>
          </a:xfrm>
          <a:prstGeom prst="rect">
            <a:avLst/>
          </a:prstGeom>
          <a:noFill/>
          <a:ln/>
        </p:spPr>
        <p:txBody>
          <a:bodyPr wrap="square" lIns="0" tIns="0" rIns="0" bIns="0" rtlCol="0" anchor="ctr"/>
          <a:lstStyle/>
          <a:p>
            <a:pPr algn="l" indent="0" marL="0">
              <a:buNone/>
            </a:pPr>
            <a:r>
              <a:rPr lang="en-US" sz="1100" dirty="0">
                <a:solidFill>
                  <a:srgbClr val="6B6360"/>
                </a:solidFill>
                <a:latin typeface="Yu Gothic" pitchFamily="34" charset="0"/>
                <a:ea typeface="Yu Gothic" pitchFamily="34" charset="-122"/>
                <a:cs typeface="Yu Gothic" pitchFamily="34" charset="-120"/>
              </a:rPr>
              <a:t>21</a:t>
            </a:r>
            <a:endParaRPr lang="en-US" sz="1100" dirty="0"/>
          </a:p>
        </p:txBody>
      </p:sp>
      <p:pic>
        <p:nvPicPr>
          <p:cNvPr id="4" name="Image 0" descr="../lp/images/voice-kenny-meet.jpg">    </p:cNvPr>
          <p:cNvPicPr>
            <a:picLocks noChangeAspect="1"/>
          </p:cNvPicPr>
          <p:nvPr/>
        </p:nvPicPr>
        <p:blipFill>
          <a:blip r:embed="rId1"/>
          <a:srcRect l="0" r="0" t="0" b="0"/>
          <a:stretch/>
        </p:blipFill>
        <p:spPr>
          <a:xfrm>
            <a:off x="5029200" y="0"/>
            <a:ext cx="4114800" cy="5143500"/>
          </a:xfrm>
          <a:prstGeom prst="rect">
            <a:avLst/>
          </a:prstGeom>
        </p:spPr>
      </p:pic>
      <p:sp>
        <p:nvSpPr>
          <p:cNvPr id="5" name="Text 2"/>
          <p:cNvSpPr txBox="1"/>
          <p:nvPr/>
        </p:nvSpPr>
        <p:spPr>
          <a:xfrm>
            <a:off x="457200" y="658368"/>
            <a:ext cx="4297680" cy="1188720"/>
          </a:xfrm>
          <a:prstGeom prst="rect">
            <a:avLst/>
          </a:prstGeom>
          <a:noFill/>
          <a:ln/>
        </p:spPr>
        <p:txBody>
          <a:bodyPr wrap="square" lIns="0" tIns="0" rIns="0" bIns="0" rtlCol="0" anchor="t"/>
          <a:lstStyle/>
          <a:p>
            <a:pPr algn="l" indent="0" marL="0">
              <a:lnSpc>
                <a:spcPts val="3770"/>
              </a:lnSpc>
              <a:buNone/>
            </a:pPr>
            <a:r>
              <a:rPr lang="en-US" sz="2600" b="1" dirty="0">
                <a:solidFill>
                  <a:srgbClr val="141416"/>
                </a:solidFill>
                <a:latin typeface="Yu Mincho" pitchFamily="34" charset="0"/>
                <a:ea typeface="Yu Mincho" pitchFamily="34" charset="-122"/>
                <a:cs typeface="Yu Mincho" pitchFamily="34" charset="-120"/>
              </a:rPr>
              <a:t>「700を取らないと、</a:t>
            </a:r>
            <a:endParaRPr lang="en-US" sz="2600" dirty="0"/>
          </a:p>
          <a:p>
            <a:pPr algn="l" indent="0" marL="0">
              <a:lnSpc>
                <a:spcPts val="3770"/>
              </a:lnSpc>
              <a:buNone/>
            </a:pPr>
            <a:r>
              <a:rPr lang="en-US" sz="2600" b="1" dirty="0">
                <a:solidFill>
                  <a:srgbClr val="141416"/>
                </a:solidFill>
                <a:latin typeface="Yu Mincho" pitchFamily="34" charset="0"/>
                <a:ea typeface="Yu Mincho" pitchFamily="34" charset="-122"/>
                <a:cs typeface="Yu Mincho" pitchFamily="34" charset="-120"/>
              </a:rPr>
              <a:t>自分に存在意義がない」</a:t>
            </a:r>
            <a:endParaRPr lang="en-US" sz="2600" dirty="0"/>
          </a:p>
          <a:p>
            <a:pPr algn="l" indent="0" marL="0">
              <a:lnSpc>
                <a:spcPts val="3770"/>
              </a:lnSpc>
              <a:buNone/>
            </a:pPr>
            <a:r>
              <a:rPr lang="en-US" sz="2600" b="1" dirty="0">
                <a:solidFill>
                  <a:srgbClr val="141416"/>
                </a:solidFill>
                <a:latin typeface="Yu Mincho" pitchFamily="34" charset="0"/>
                <a:ea typeface="Yu Mincho" pitchFamily="34" charset="-122"/>
                <a:cs typeface="Yu Mincho" pitchFamily="34" charset="-120"/>
              </a:rPr>
              <a:t>と思っていた</a:t>
            </a:r>
            <a:endParaRPr lang="en-US" sz="2600" dirty="0"/>
          </a:p>
        </p:txBody>
      </p:sp>
      <p:pic>
        <p:nvPicPr>
          <p:cNvPr id="6" name="Image 1" descr="../lp/images/voice-kenny.jpg">    </p:cNvPr>
          <p:cNvPicPr>
            <a:picLocks noChangeAspect="1"/>
          </p:cNvPicPr>
          <p:nvPr/>
        </p:nvPicPr>
        <p:blipFill>
          <a:blip r:embed="rId2"/>
          <a:srcRect l="0" r="0" t="0" b="0"/>
          <a:stretch/>
        </p:blipFill>
        <p:spPr>
          <a:xfrm>
            <a:off x="457200" y="2487168"/>
            <a:ext cx="960120" cy="960120"/>
          </a:xfrm>
          <a:prstGeom prst="ellipse">
            <a:avLst/>
          </a:prstGeom>
        </p:spPr>
      </p:pic>
      <p:sp>
        <p:nvSpPr>
          <p:cNvPr id="7" name="Text 3"/>
          <p:cNvSpPr txBox="1"/>
          <p:nvPr/>
        </p:nvSpPr>
        <p:spPr>
          <a:xfrm>
            <a:off x="1600200" y="2578608"/>
            <a:ext cx="3017520" cy="365760"/>
          </a:xfrm>
          <a:prstGeom prst="rect">
            <a:avLst/>
          </a:prstGeom>
          <a:noFill/>
          <a:ln/>
        </p:spPr>
        <p:txBody>
          <a:bodyPr wrap="square" lIns="0" tIns="0" rIns="0" bIns="0" rtlCol="0" anchor="ctr"/>
          <a:lstStyle/>
          <a:p>
            <a:pPr indent="0" marL="0">
              <a:buNone/>
            </a:pPr>
            <a:r>
              <a:rPr lang="en-US" sz="2100" b="1" dirty="0">
                <a:solidFill>
                  <a:srgbClr val="141416"/>
                </a:solidFill>
                <a:latin typeface="Yu Gothic" pitchFamily="34" charset="0"/>
                <a:ea typeface="Yu Gothic" pitchFamily="34" charset="-122"/>
                <a:cs typeface="Yu Gothic" pitchFamily="34" charset="-120"/>
              </a:rPr>
              <a:t>ケニーさん</a:t>
            </a:r>
            <a:endParaRPr lang="en-US" sz="2100" dirty="0"/>
          </a:p>
        </p:txBody>
      </p:sp>
      <p:sp>
        <p:nvSpPr>
          <p:cNvPr id="8" name="Text 4"/>
          <p:cNvSpPr txBox="1"/>
          <p:nvPr/>
        </p:nvSpPr>
        <p:spPr>
          <a:xfrm>
            <a:off x="1600200" y="2980944"/>
            <a:ext cx="3017520" cy="292608"/>
          </a:xfrm>
          <a:prstGeom prst="rect">
            <a:avLst/>
          </a:prstGeom>
          <a:noFill/>
          <a:ln/>
        </p:spPr>
        <p:txBody>
          <a:bodyPr wrap="square" lIns="0" tIns="0" rIns="0" bIns="0" rtlCol="0" anchor="ctr"/>
          <a:lstStyle/>
          <a:p>
            <a:pPr indent="0" marL="0">
              <a:buNone/>
            </a:pPr>
            <a:r>
              <a:rPr lang="en-US" sz="1400" b="1" dirty="0">
                <a:solidFill>
                  <a:srgbClr val="7A1524"/>
                </a:solidFill>
                <a:latin typeface="Yu Gothic" pitchFamily="34" charset="0"/>
                <a:ea typeface="Yu Gothic" pitchFamily="34" charset="-122"/>
                <a:cs typeface="Yu Gothic" pitchFamily="34" charset="-120"/>
              </a:rPr>
              <a:t>パワーリフター・83kg級</a:t>
            </a:r>
            <a:endParaRPr lang="en-US" sz="1400" dirty="0"/>
          </a:p>
        </p:txBody>
      </p:sp>
      <p:sp>
        <p:nvSpPr>
          <p:cNvPr id="9" name="Text 5"/>
          <p:cNvSpPr txBox="1"/>
          <p:nvPr/>
        </p:nvSpPr>
        <p:spPr>
          <a:xfrm>
            <a:off x="457200" y="3675888"/>
            <a:ext cx="4297680" cy="731520"/>
          </a:xfrm>
          <a:prstGeom prst="rect">
            <a:avLst/>
          </a:prstGeom>
          <a:noFill/>
          <a:ln/>
        </p:spPr>
        <p:txBody>
          <a:bodyPr wrap="square" lIns="0" tIns="0" rIns="0" bIns="0" rtlCol="0" anchor="ctr"/>
          <a:lstStyle/>
          <a:p>
            <a:pPr indent="0" marL="0">
              <a:lnSpc>
                <a:spcPts val="2600"/>
              </a:lnSpc>
              <a:buNone/>
            </a:pPr>
            <a:r>
              <a:rPr lang="en-US" sz="1600" dirty="0">
                <a:solidFill>
                  <a:srgbClr val="3B3634"/>
                </a:solidFill>
                <a:latin typeface="Yu Gothic" pitchFamily="34" charset="0"/>
                <a:ea typeface="Yu Gothic" pitchFamily="34" charset="-122"/>
                <a:cs typeface="Yu Gothic" pitchFamily="34" charset="-120"/>
              </a:rPr>
              <a:t>実際にコーチングを受けられた方に、</a:t>
            </a:r>
            <a:endParaRPr lang="en-US" sz="1600" dirty="0"/>
          </a:p>
          <a:p>
            <a:pPr indent="0" marL="0">
              <a:lnSpc>
                <a:spcPts val="2600"/>
              </a:lnSpc>
              <a:buNone/>
            </a:pPr>
            <a:r>
              <a:rPr lang="en-US" sz="1600" dirty="0">
                <a:solidFill>
                  <a:srgbClr val="3B3634"/>
                </a:solidFill>
                <a:latin typeface="Yu Gothic" pitchFamily="34" charset="0"/>
                <a:ea typeface="Yu Gothic" pitchFamily="34" charset="-122"/>
                <a:cs typeface="Yu Gothic" pitchFamily="34" charset="-120"/>
              </a:rPr>
              <a:t>受ける前と後のお話を伺いました。</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22</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3915"/>
              </a:lnSpc>
              <a:buNone/>
            </a:pPr>
            <a:r>
              <a:rPr lang="en-US" sz="2700" b="1" dirty="0">
                <a:solidFill>
                  <a:srgbClr val="141416"/>
                </a:solidFill>
                <a:latin typeface="Yu Mincho" pitchFamily="34" charset="0"/>
                <a:ea typeface="Yu Mincho" pitchFamily="34" charset="-122"/>
                <a:cs typeface="Yu Mincho" pitchFamily="34" charset="-120"/>
              </a:rPr>
              <a:t>受ける前｜「PRを出さないと、自分はダメだ」</a:t>
            </a:r>
            <a:endParaRPr lang="en-US" sz="2700" dirty="0"/>
          </a:p>
        </p:txBody>
      </p:sp>
      <p:sp>
        <p:nvSpPr>
          <p:cNvPr id="5" name="Text 3"/>
          <p:cNvSpPr txBox="1"/>
          <p:nvPr/>
        </p:nvSpPr>
        <p:spPr>
          <a:xfrm>
            <a:off x="457200" y="1737360"/>
            <a:ext cx="8229600" cy="91440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トレーニングは頑張っている。それなのに、試合の大事な場面で決めきれない。</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デッドリフトの3本目は、ほぼ毎回失敗していました。</a:t>
            </a:r>
            <a:endParaRPr lang="en-US" sz="1800" dirty="0"/>
          </a:p>
        </p:txBody>
      </p:sp>
      <p:sp>
        <p:nvSpPr>
          <p:cNvPr id="6" name="Text 4"/>
          <p:cNvSpPr txBox="1"/>
          <p:nvPr/>
        </p:nvSpPr>
        <p:spPr>
          <a:xfrm>
            <a:off x="457200" y="2743200"/>
            <a:ext cx="8229600" cy="91440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自分の試技なのに、自分にベクトルが向いていない。</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数字ばかりを追いかけていました。</a:t>
            </a:r>
            <a:endParaRPr lang="en-US" sz="1800" dirty="0"/>
          </a:p>
        </p:txBody>
      </p:sp>
      <p:sp>
        <p:nvSpPr>
          <p:cNvPr id="7" name="Shape 5"/>
          <p:cNvSpPr/>
          <p:nvPr/>
        </p:nvSpPr>
        <p:spPr>
          <a:xfrm>
            <a:off x="457200" y="3675888"/>
            <a:ext cx="8229600" cy="822960"/>
          </a:xfrm>
          <a:prstGeom prst="roundRect">
            <a:avLst>
              <a:gd name="adj" fmla="val 8889"/>
            </a:avLst>
          </a:prstGeom>
          <a:solidFill>
            <a:srgbClr val="540E19"/>
          </a:solidFill>
          <a:ln w="12700">
            <a:solidFill>
              <a:srgbClr val="540E19"/>
            </a:solidFill>
            <a:prstDash val="solid"/>
          </a:ln>
        </p:spPr>
      </p:sp>
      <p:sp>
        <p:nvSpPr>
          <p:cNvPr id="8" name="Text 6"/>
          <p:cNvSpPr txBox="1"/>
          <p:nvPr/>
        </p:nvSpPr>
        <p:spPr>
          <a:xfrm>
            <a:off x="822960" y="3675888"/>
            <a:ext cx="7498080" cy="822960"/>
          </a:xfrm>
          <a:prstGeom prst="rect">
            <a:avLst/>
          </a:prstGeom>
          <a:noFill/>
          <a:ln/>
        </p:spPr>
        <p:txBody>
          <a:bodyPr wrap="square" lIns="0" tIns="0" rIns="0" bIns="0" rtlCol="0" anchor="ctr"/>
          <a:lstStyle/>
          <a:p>
            <a:pPr indent="0" marL="0">
              <a:lnSpc>
                <a:spcPts val="2600"/>
              </a:lnSpc>
              <a:buNone/>
            </a:pPr>
            <a:r>
              <a:rPr lang="en-US" sz="1800" b="1" dirty="0">
                <a:solidFill>
                  <a:srgbClr val="FFFFFF"/>
                </a:solidFill>
                <a:latin typeface="Yu Mincho" pitchFamily="34" charset="0"/>
                <a:ea typeface="Yu Mincho" pitchFamily="34" charset="-122"/>
                <a:cs typeface="Yu Mincho" pitchFamily="34" charset="-120"/>
              </a:rPr>
              <a:t>階級を上げて、標準記録は700kg。</a:t>
            </a:r>
            <a:endParaRPr lang="en-US" sz="1800" dirty="0"/>
          </a:p>
          <a:p>
            <a:pPr indent="0" marL="0">
              <a:lnSpc>
                <a:spcPts val="2600"/>
              </a:lnSpc>
              <a:buNone/>
            </a:pPr>
            <a:r>
              <a:rPr lang="en-US" sz="1800" b="1" dirty="0">
                <a:solidFill>
                  <a:srgbClr val="FFFFFF"/>
                </a:solidFill>
                <a:latin typeface="Yu Mincho" pitchFamily="34" charset="0"/>
                <a:ea typeface="Yu Mincho" pitchFamily="34" charset="-122"/>
                <a:cs typeface="Yu Mincho" pitchFamily="34" charset="-120"/>
              </a:rPr>
              <a:t>その数字が、自分の首を締めていました。</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23</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3915"/>
              </a:lnSpc>
              <a:buNone/>
            </a:pPr>
            <a:r>
              <a:rPr lang="en-US" sz="2700" b="1" dirty="0">
                <a:solidFill>
                  <a:srgbClr val="141416"/>
                </a:solidFill>
                <a:latin typeface="Yu Mincho" pitchFamily="34" charset="0"/>
                <a:ea typeface="Yu Mincho" pitchFamily="34" charset="-122"/>
                <a:cs typeface="Yu Mincho" pitchFamily="34" charset="-120"/>
              </a:rPr>
              <a:t>受けたあと｜「687.5まで行けば、80点で合格点」</a:t>
            </a:r>
            <a:endParaRPr lang="en-US" sz="2700" dirty="0"/>
          </a:p>
        </p:txBody>
      </p:sp>
      <p:sp>
        <p:nvSpPr>
          <p:cNvPr id="5" name="Shape 3"/>
          <p:cNvSpPr/>
          <p:nvPr/>
        </p:nvSpPr>
        <p:spPr>
          <a:xfrm>
            <a:off x="457200" y="1691640"/>
            <a:ext cx="8229600" cy="777240"/>
          </a:xfrm>
          <a:prstGeom prst="roundRect">
            <a:avLst>
              <a:gd name="adj" fmla="val 9412"/>
            </a:avLst>
          </a:prstGeom>
          <a:solidFill>
            <a:srgbClr val="FAF3F4"/>
          </a:solidFill>
          <a:ln w="12700">
            <a:solidFill>
              <a:srgbClr val="FAF3F4"/>
            </a:solidFill>
            <a:prstDash val="solid"/>
          </a:ln>
        </p:spPr>
      </p:sp>
      <p:sp>
        <p:nvSpPr>
          <p:cNvPr id="6" name="Text 4"/>
          <p:cNvSpPr txBox="1"/>
          <p:nvPr/>
        </p:nvSpPr>
        <p:spPr>
          <a:xfrm>
            <a:off x="822960" y="1691640"/>
            <a:ext cx="7498080" cy="77724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コーチングで言われたのは、この一言でした。</a:t>
            </a:r>
            <a:endParaRPr lang="en-US" sz="1800" dirty="0"/>
          </a:p>
        </p:txBody>
      </p:sp>
      <p:sp>
        <p:nvSpPr>
          <p:cNvPr id="7" name="Text 5"/>
          <p:cNvSpPr txBox="1"/>
          <p:nvPr/>
        </p:nvSpPr>
        <p:spPr>
          <a:xfrm>
            <a:off x="457200" y="2697480"/>
            <a:ext cx="8229600" cy="118872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「700を取らないと絶対ダメだ」と思っていた自分のキャパが、広がりました。</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根拠のない自信ではなく、ここまで行けたら自分はこれだけできたんだ、</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という明確なゴールができたからです。</a:t>
            </a:r>
            <a:endParaRPr lang="en-US" sz="1800" dirty="0"/>
          </a:p>
        </p:txBody>
      </p:sp>
      <p:sp>
        <p:nvSpPr>
          <p:cNvPr id="8" name="Text 6"/>
          <p:cNvSpPr txBox="1"/>
          <p:nvPr/>
        </p:nvSpPr>
        <p:spPr>
          <a:xfrm>
            <a:off x="457200" y="3950208"/>
            <a:ext cx="8229600" cy="86868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練習の一回一回に目的を持てるようになって、トレーニングが楽しくなりました。</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切羽詰まらなくなったぶん、周りの人にも優しくなれました。</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540E19"/>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8A6870"/>
                </a:solidFill>
                <a:latin typeface="Yu Gothic" pitchFamily="34" charset="0"/>
                <a:ea typeface="Yu Gothic" pitchFamily="34" charset="-122"/>
                <a:cs typeface="Yu Gothic" pitchFamily="34" charset="-120"/>
              </a:rPr>
              <a:t>24</a:t>
            </a:r>
            <a:endParaRPr lang="en-US" sz="1100" dirty="0"/>
          </a:p>
        </p:txBody>
      </p:sp>
      <p:sp>
        <p:nvSpPr>
          <p:cNvPr id="4" name="Text 2"/>
          <p:cNvSpPr txBox="1"/>
          <p:nvPr/>
        </p:nvSpPr>
        <p:spPr>
          <a:xfrm>
            <a:off x="457200" y="1051560"/>
            <a:ext cx="8229600" cy="1188720"/>
          </a:xfrm>
          <a:prstGeom prst="rect">
            <a:avLst/>
          </a:prstGeom>
          <a:noFill/>
          <a:ln/>
        </p:spPr>
        <p:txBody>
          <a:bodyPr wrap="square" lIns="0" tIns="0" rIns="0" bIns="0" rtlCol="0" anchor="t"/>
          <a:lstStyle/>
          <a:p>
            <a:pPr algn="l" indent="0" marL="0">
              <a:lnSpc>
                <a:spcPts val="4640"/>
              </a:lnSpc>
              <a:buNone/>
            </a:pPr>
            <a:r>
              <a:rPr lang="en-US" sz="3200" b="1" dirty="0">
                <a:solidFill>
                  <a:srgbClr val="FFFFFF"/>
                </a:solidFill>
                <a:latin typeface="Yu Mincho" pitchFamily="34" charset="0"/>
                <a:ea typeface="Yu Mincho" pitchFamily="34" charset="-122"/>
                <a:cs typeface="Yu Mincho" pitchFamily="34" charset="-120"/>
              </a:rPr>
              <a:t>一番変わったのは、</a:t>
            </a:r>
            <a:endParaRPr lang="en-US" sz="3200" dirty="0"/>
          </a:p>
          <a:p>
            <a:pPr algn="l" indent="0" marL="0">
              <a:lnSpc>
                <a:spcPts val="4640"/>
              </a:lnSpc>
              <a:buNone/>
            </a:pPr>
            <a:r>
              <a:rPr lang="en-US" sz="3200" b="1" dirty="0">
                <a:solidFill>
                  <a:srgbClr val="FFFFFF"/>
                </a:solidFill>
                <a:latin typeface="Yu Mincho" pitchFamily="34" charset="0"/>
                <a:ea typeface="Yu Mincho" pitchFamily="34" charset="-122"/>
                <a:cs typeface="Yu Mincho" pitchFamily="34" charset="-120"/>
              </a:rPr>
              <a:t>人のせいにしなくなったこと。</a:t>
            </a:r>
            <a:endParaRPr lang="en-US" sz="3200" dirty="0"/>
          </a:p>
        </p:txBody>
      </p:sp>
      <p:sp>
        <p:nvSpPr>
          <p:cNvPr id="5" name="Text 3"/>
          <p:cNvSpPr txBox="1"/>
          <p:nvPr/>
        </p:nvSpPr>
        <p:spPr>
          <a:xfrm>
            <a:off x="457200" y="2880360"/>
            <a:ext cx="8229600" cy="914400"/>
          </a:xfrm>
          <a:prstGeom prst="rect">
            <a:avLst/>
          </a:prstGeom>
          <a:noFill/>
          <a:ln/>
        </p:spPr>
        <p:txBody>
          <a:bodyPr wrap="square" lIns="0" tIns="0" rIns="0" bIns="0" rtlCol="0" anchor="ctr"/>
          <a:lstStyle/>
          <a:p>
            <a:pPr indent="0" marL="0">
              <a:lnSpc>
                <a:spcPts val="3200"/>
              </a:lnSpc>
              <a:buNone/>
            </a:pPr>
            <a:r>
              <a:rPr lang="en-US" sz="1900" dirty="0">
                <a:solidFill>
                  <a:srgbClr val="F2E7E9"/>
                </a:solidFill>
                <a:latin typeface="Yu Gothic" pitchFamily="34" charset="0"/>
                <a:ea typeface="Yu Gothic" pitchFamily="34" charset="-122"/>
                <a:cs typeface="Yu Gothic" pitchFamily="34" charset="-120"/>
              </a:rPr>
              <a:t>以前は、プログラムが悪い、コーチが悪い、環境が悪いと、</a:t>
            </a:r>
            <a:endParaRPr lang="en-US" sz="1900" dirty="0"/>
          </a:p>
          <a:p>
            <a:pPr indent="0" marL="0">
              <a:lnSpc>
                <a:spcPts val="3200"/>
              </a:lnSpc>
              <a:buNone/>
            </a:pPr>
            <a:r>
              <a:rPr lang="en-US" sz="1900" dirty="0">
                <a:solidFill>
                  <a:srgbClr val="F2E7E9"/>
                </a:solidFill>
                <a:latin typeface="Yu Gothic" pitchFamily="34" charset="0"/>
                <a:ea typeface="Yu Gothic" pitchFamily="34" charset="-122"/>
                <a:cs typeface="Yu Gothic" pitchFamily="34" charset="-120"/>
              </a:rPr>
              <a:t>何かに言い訳をつけていました。</a:t>
            </a:r>
            <a:endParaRPr lang="en-US" sz="1900" dirty="0"/>
          </a:p>
        </p:txBody>
      </p:sp>
      <p:sp>
        <p:nvSpPr>
          <p:cNvPr id="6" name="Text 4"/>
          <p:cNvSpPr txBox="1"/>
          <p:nvPr/>
        </p:nvSpPr>
        <p:spPr>
          <a:xfrm>
            <a:off x="457200" y="3931920"/>
            <a:ext cx="8229600" cy="457200"/>
          </a:xfrm>
          <a:prstGeom prst="rect">
            <a:avLst/>
          </a:prstGeom>
          <a:noFill/>
          <a:ln/>
        </p:spPr>
        <p:txBody>
          <a:bodyPr wrap="square" lIns="0" tIns="0" rIns="0" bIns="0" rtlCol="0" anchor="ctr"/>
          <a:lstStyle/>
          <a:p>
            <a:pPr indent="0" marL="0">
              <a:buNone/>
            </a:pPr>
            <a:r>
              <a:rPr lang="en-US" sz="1900" b="1" dirty="0">
                <a:solidFill>
                  <a:srgbClr val="F0B9C3"/>
                </a:solidFill>
                <a:latin typeface="Yu Gothic" pitchFamily="34" charset="0"/>
                <a:ea typeface="Yu Gothic" pitchFamily="34" charset="-122"/>
                <a:cs typeface="Yu Gothic" pitchFamily="34" charset="-120"/>
              </a:rPr>
              <a:t>振り返れば、自分の成長の機会を逃していただけでした。</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25</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205"/>
              </a:lnSpc>
              <a:buNone/>
            </a:pPr>
            <a:r>
              <a:rPr lang="en-US" sz="2900" b="1" dirty="0">
                <a:solidFill>
                  <a:srgbClr val="141416"/>
                </a:solidFill>
                <a:latin typeface="Yu Mincho" pitchFamily="34" charset="0"/>
                <a:ea typeface="Yu Mincho" pitchFamily="34" charset="-122"/>
                <a:cs typeface="Yu Mincho" pitchFamily="34" charset="-120"/>
              </a:rPr>
              <a:t>「2、3年前の自分に、受けさせたいです」</a:t>
            </a:r>
            <a:endParaRPr lang="en-US" sz="2900" dirty="0"/>
          </a:p>
        </p:txBody>
      </p:sp>
      <p:sp>
        <p:nvSpPr>
          <p:cNvPr id="5" name="Text 3"/>
          <p:cNvSpPr txBox="1"/>
          <p:nvPr/>
        </p:nvSpPr>
        <p:spPr>
          <a:xfrm>
            <a:off x="457200" y="1737360"/>
            <a:ext cx="8229600" cy="320040"/>
          </a:xfrm>
          <a:prstGeom prst="rect">
            <a:avLst/>
          </a:prstGeom>
          <a:noFill/>
          <a:ln/>
        </p:spPr>
        <p:txBody>
          <a:bodyPr wrap="square" lIns="0" tIns="0" rIns="0" bIns="0" rtlCol="0" anchor="ctr"/>
          <a:lstStyle/>
          <a:p>
            <a:pPr indent="0" marL="0">
              <a:buNone/>
            </a:pPr>
            <a:r>
              <a:rPr lang="en-US" sz="1300" b="1" spc="200" kern="0" dirty="0">
                <a:solidFill>
                  <a:srgbClr val="6B6360"/>
                </a:solidFill>
                <a:latin typeface="Yu Gothic" pitchFamily="34" charset="0"/>
                <a:ea typeface="Yu Gothic" pitchFamily="34" charset="-122"/>
                <a:cs typeface="Yu Gothic" pitchFamily="34" charset="-120"/>
              </a:rPr>
              <a:t>こんな人におすすめしたい</a:t>
            </a:r>
            <a:endParaRPr lang="en-US" sz="1300" dirty="0"/>
          </a:p>
        </p:txBody>
      </p:sp>
      <p:sp>
        <p:nvSpPr>
          <p:cNvPr id="6" name="Shape 4"/>
          <p:cNvSpPr/>
          <p:nvPr/>
        </p:nvSpPr>
        <p:spPr>
          <a:xfrm>
            <a:off x="457200" y="2148840"/>
            <a:ext cx="8229600" cy="594360"/>
          </a:xfrm>
          <a:prstGeom prst="roundRect">
            <a:avLst>
              <a:gd name="adj" fmla="val 9231"/>
            </a:avLst>
          </a:prstGeom>
          <a:solidFill>
            <a:srgbClr val="FAF3F4"/>
          </a:solidFill>
          <a:ln w="12700">
            <a:solidFill>
              <a:srgbClr val="FAF3F4"/>
            </a:solidFill>
            <a:prstDash val="solid"/>
          </a:ln>
        </p:spPr>
      </p:sp>
      <p:sp>
        <p:nvSpPr>
          <p:cNvPr id="7" name="Text 5"/>
          <p:cNvSpPr txBox="1"/>
          <p:nvPr/>
        </p:nvSpPr>
        <p:spPr>
          <a:xfrm>
            <a:off x="713232" y="2148840"/>
            <a:ext cx="7772400" cy="59436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練習ではPRが出せているのに、試合では結果が出ない人</a:t>
            </a:r>
            <a:endParaRPr lang="en-US" sz="1800" dirty="0"/>
          </a:p>
        </p:txBody>
      </p:sp>
      <p:sp>
        <p:nvSpPr>
          <p:cNvPr id="8" name="Shape 6"/>
          <p:cNvSpPr/>
          <p:nvPr/>
        </p:nvSpPr>
        <p:spPr>
          <a:xfrm>
            <a:off x="457200" y="2834640"/>
            <a:ext cx="8229600" cy="594360"/>
          </a:xfrm>
          <a:prstGeom prst="roundRect">
            <a:avLst>
              <a:gd name="adj" fmla="val 9231"/>
            </a:avLst>
          </a:prstGeom>
          <a:solidFill>
            <a:srgbClr val="FAF3F4"/>
          </a:solidFill>
          <a:ln w="12700">
            <a:solidFill>
              <a:srgbClr val="FAF3F4"/>
            </a:solidFill>
            <a:prstDash val="solid"/>
          </a:ln>
        </p:spPr>
      </p:sp>
      <p:sp>
        <p:nvSpPr>
          <p:cNvPr id="9" name="Text 7"/>
          <p:cNvSpPr txBox="1"/>
          <p:nvPr/>
        </p:nvSpPr>
        <p:spPr>
          <a:xfrm>
            <a:off x="713232" y="2834640"/>
            <a:ext cx="7772400" cy="59436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身体の強さは伴っているのに、メンタルが伴っていない人</a:t>
            </a:r>
            <a:endParaRPr lang="en-US" sz="1800" dirty="0"/>
          </a:p>
        </p:txBody>
      </p:sp>
      <p:sp>
        <p:nvSpPr>
          <p:cNvPr id="10" name="Text 8"/>
          <p:cNvSpPr txBox="1"/>
          <p:nvPr/>
        </p:nvSpPr>
        <p:spPr>
          <a:xfrm>
            <a:off x="457200" y="3611880"/>
            <a:ext cx="8229600" cy="914400"/>
          </a:xfrm>
          <a:prstGeom prst="rect">
            <a:avLst/>
          </a:prstGeom>
          <a:noFill/>
          <a:ln/>
        </p:spPr>
        <p:txBody>
          <a:bodyPr wrap="square" lIns="0" tIns="0" rIns="0" bIns="0" rtlCol="0" anchor="ctr"/>
          <a:lstStyle/>
          <a:p>
            <a:pPr indent="0" marL="0">
              <a:lnSpc>
                <a:spcPts val="2800"/>
              </a:lnSpc>
              <a:buNone/>
            </a:pPr>
            <a:r>
              <a:rPr lang="en-US" sz="1700" dirty="0">
                <a:solidFill>
                  <a:srgbClr val="3B3634"/>
                </a:solidFill>
                <a:latin typeface="Yu Gothic" pitchFamily="34" charset="0"/>
                <a:ea typeface="Yu Gothic" pitchFamily="34" charset="-122"/>
                <a:cs typeface="Yu Gothic" pitchFamily="34" charset="-120"/>
              </a:rPr>
              <a:t>「僕自身、2〜3年苦しみました。今振り返ると、体は良くなっていたのに、</a:t>
            </a:r>
            <a:endParaRPr lang="en-US" sz="1700" dirty="0"/>
          </a:p>
          <a:p>
            <a:pPr indent="0" marL="0">
              <a:lnSpc>
                <a:spcPts val="2800"/>
              </a:lnSpc>
              <a:buNone/>
            </a:pPr>
            <a:r>
              <a:rPr lang="en-US" sz="1700" dirty="0">
                <a:solidFill>
                  <a:srgbClr val="3B3634"/>
                </a:solidFill>
                <a:latin typeface="Yu Gothic" pitchFamily="34" charset="0"/>
                <a:ea typeface="Yu Gothic" pitchFamily="34" charset="-122"/>
                <a:cs typeface="Yu Gothic" pitchFamily="34" charset="-120"/>
              </a:rPr>
              <a:t>メンタルが伴っていなかったから伸びていなかったんだと思います。」</a:t>
            </a:r>
            <a:endParaRPr lang="en-US" sz="1700" dirty="0"/>
          </a:p>
        </p:txBody>
      </p:sp>
      <p:sp>
        <p:nvSpPr>
          <p:cNvPr id="11" name="Text 9"/>
          <p:cNvSpPr txBox="1"/>
          <p:nvPr/>
        </p:nvSpPr>
        <p:spPr>
          <a:xfrm>
            <a:off x="457200" y="4617720"/>
            <a:ext cx="8229600" cy="274320"/>
          </a:xfrm>
          <a:prstGeom prst="rect">
            <a:avLst/>
          </a:prstGeom>
          <a:noFill/>
          <a:ln/>
        </p:spPr>
        <p:txBody>
          <a:bodyPr wrap="square" lIns="0" tIns="0" rIns="0" bIns="0" rtlCol="0" anchor="ctr"/>
          <a:lstStyle/>
          <a:p>
            <a:pPr indent="0" marL="0">
              <a:buNone/>
            </a:pPr>
            <a:r>
              <a:rPr lang="en-US" sz="1100" dirty="0">
                <a:solidFill>
                  <a:srgbClr val="6B6360"/>
                </a:solidFill>
                <a:latin typeface="Yu Gothic" pitchFamily="34" charset="0"/>
                <a:ea typeface="Yu Gothic" pitchFamily="34" charset="-122"/>
                <a:cs typeface="Yu Gothic" pitchFamily="34" charset="-120"/>
              </a:rPr>
              <a:t>受講された方の体験であり、同じ結果を保証するものではありません。</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26</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「もっと頑張らないと」から変わった方</a:t>
            </a:r>
            <a:endParaRPr lang="en-US" sz="3000" dirty="0"/>
          </a:p>
        </p:txBody>
      </p:sp>
      <p:sp>
        <p:nvSpPr>
          <p:cNvPr id="5" name="Shape 3"/>
          <p:cNvSpPr/>
          <p:nvPr/>
        </p:nvSpPr>
        <p:spPr>
          <a:xfrm>
            <a:off x="457200" y="1691640"/>
            <a:ext cx="3931920" cy="2148840"/>
          </a:xfrm>
          <a:prstGeom prst="roundRect">
            <a:avLst>
              <a:gd name="adj" fmla="val 3404"/>
            </a:avLst>
          </a:prstGeom>
          <a:solidFill>
            <a:srgbClr val="F5F1F0"/>
          </a:solidFill>
          <a:ln w="12700">
            <a:solidFill>
              <a:srgbClr val="E1D9D9"/>
            </a:solidFill>
            <a:prstDash val="solid"/>
          </a:ln>
        </p:spPr>
      </p:sp>
      <p:sp>
        <p:nvSpPr>
          <p:cNvPr id="6" name="Text 4"/>
          <p:cNvSpPr txBox="1"/>
          <p:nvPr/>
        </p:nvSpPr>
        <p:spPr>
          <a:xfrm>
            <a:off x="731520" y="1828800"/>
            <a:ext cx="3383280" cy="292608"/>
          </a:xfrm>
          <a:prstGeom prst="rect">
            <a:avLst/>
          </a:prstGeom>
          <a:noFill/>
          <a:ln/>
        </p:spPr>
        <p:txBody>
          <a:bodyPr wrap="square" lIns="0" tIns="0" rIns="0" bIns="0" rtlCol="0" anchor="ctr"/>
          <a:lstStyle/>
          <a:p>
            <a:pPr indent="0" marL="0">
              <a:buNone/>
            </a:pPr>
            <a:r>
              <a:rPr lang="en-US" sz="1200" b="1" spc="200" kern="0" dirty="0">
                <a:solidFill>
                  <a:srgbClr val="6B6360"/>
                </a:solidFill>
                <a:latin typeface="Yu Gothic" pitchFamily="34" charset="0"/>
                <a:ea typeface="Yu Gothic" pitchFamily="34" charset="-122"/>
                <a:cs typeface="Yu Gothic" pitchFamily="34" charset="-120"/>
              </a:rPr>
              <a:t>BEFORE</a:t>
            </a:r>
            <a:endParaRPr lang="en-US" sz="1200" dirty="0"/>
          </a:p>
        </p:txBody>
      </p:sp>
      <p:sp>
        <p:nvSpPr>
          <p:cNvPr id="7" name="Text 5"/>
          <p:cNvSpPr txBox="1"/>
          <p:nvPr/>
        </p:nvSpPr>
        <p:spPr>
          <a:xfrm>
            <a:off x="731520" y="2176272"/>
            <a:ext cx="3429000" cy="1554480"/>
          </a:xfrm>
          <a:prstGeom prst="rect">
            <a:avLst/>
          </a:prstGeom>
          <a:noFill/>
          <a:ln/>
        </p:spPr>
        <p:txBody>
          <a:bodyPr wrap="square" lIns="0" tIns="0" rIns="0" bIns="0" rtlCol="0" anchor="ctr"/>
          <a:lstStyle/>
          <a:p>
            <a:pPr indent="0" marL="0">
              <a:lnSpc>
                <a:spcPts val="2400"/>
              </a:lnSpc>
              <a:buNone/>
            </a:pPr>
            <a:r>
              <a:rPr lang="en-US" sz="1500" dirty="0">
                <a:solidFill>
                  <a:srgbClr val="3B3634"/>
                </a:solidFill>
                <a:latin typeface="Yu Gothic" pitchFamily="34" charset="0"/>
                <a:ea typeface="Yu Gothic" pitchFamily="34" charset="-122"/>
                <a:cs typeface="Yu Gothic" pitchFamily="34" charset="-120"/>
              </a:rPr>
              <a:t>「まだまだ」</a:t>
            </a:r>
            <a:endParaRPr lang="en-US" sz="1500" dirty="0"/>
          </a:p>
          <a:p>
            <a:pPr indent="0" marL="0">
              <a:lnSpc>
                <a:spcPts val="2400"/>
              </a:lnSpc>
              <a:buNone/>
            </a:pPr>
            <a:r>
              <a:rPr lang="en-US" sz="1500" dirty="0">
                <a:solidFill>
                  <a:srgbClr val="3B3634"/>
                </a:solidFill>
                <a:latin typeface="Yu Gothic" pitchFamily="34" charset="0"/>
                <a:ea typeface="Yu Gothic" pitchFamily="34" charset="-122"/>
                <a:cs typeface="Yu Gothic" pitchFamily="34" charset="-120"/>
              </a:rPr>
              <a:t>「苦労しないと手に入らない」</a:t>
            </a:r>
            <a:endParaRPr lang="en-US" sz="1500" dirty="0"/>
          </a:p>
          <a:p>
            <a:pPr indent="0" marL="0">
              <a:lnSpc>
                <a:spcPts val="2400"/>
              </a:lnSpc>
              <a:buNone/>
            </a:pPr>
            <a:r>
              <a:rPr lang="en-US" sz="1500" dirty="0">
                <a:solidFill>
                  <a:srgbClr val="3B3634"/>
                </a:solidFill>
                <a:latin typeface="Yu Gothic" pitchFamily="34" charset="0"/>
                <a:ea typeface="Yu Gothic" pitchFamily="34" charset="-122"/>
                <a:cs typeface="Yu Gothic" pitchFamily="34" charset="-120"/>
              </a:rPr>
              <a:t>「できてないからもっと頑張らないと」</a:t>
            </a:r>
            <a:endParaRPr lang="en-US" sz="1500" dirty="0"/>
          </a:p>
        </p:txBody>
      </p:sp>
      <p:sp>
        <p:nvSpPr>
          <p:cNvPr id="8" name="Shape 6"/>
          <p:cNvSpPr/>
          <p:nvPr/>
        </p:nvSpPr>
        <p:spPr>
          <a:xfrm>
            <a:off x="4754880" y="1691640"/>
            <a:ext cx="3931920" cy="2148840"/>
          </a:xfrm>
          <a:prstGeom prst="roundRect">
            <a:avLst>
              <a:gd name="adj" fmla="val 3404"/>
            </a:avLst>
          </a:prstGeom>
          <a:solidFill>
            <a:srgbClr val="540E19"/>
          </a:solidFill>
          <a:ln w="12700">
            <a:solidFill>
              <a:srgbClr val="540E19"/>
            </a:solidFill>
            <a:prstDash val="solid"/>
          </a:ln>
        </p:spPr>
      </p:sp>
      <p:sp>
        <p:nvSpPr>
          <p:cNvPr id="9" name="Text 7"/>
          <p:cNvSpPr txBox="1"/>
          <p:nvPr/>
        </p:nvSpPr>
        <p:spPr>
          <a:xfrm>
            <a:off x="5029200" y="1828800"/>
            <a:ext cx="3383280" cy="292608"/>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AFTER</a:t>
            </a:r>
            <a:endParaRPr lang="en-US" sz="1200" dirty="0"/>
          </a:p>
        </p:txBody>
      </p:sp>
      <p:sp>
        <p:nvSpPr>
          <p:cNvPr id="10" name="Text 8"/>
          <p:cNvSpPr txBox="1"/>
          <p:nvPr/>
        </p:nvSpPr>
        <p:spPr>
          <a:xfrm>
            <a:off x="5029200" y="2176272"/>
            <a:ext cx="3429000" cy="1554480"/>
          </a:xfrm>
          <a:prstGeom prst="rect">
            <a:avLst/>
          </a:prstGeom>
          <a:noFill/>
          <a:ln/>
        </p:spPr>
        <p:txBody>
          <a:bodyPr wrap="square" lIns="0" tIns="0" rIns="0" bIns="0" rtlCol="0" anchor="ctr"/>
          <a:lstStyle/>
          <a:p>
            <a:pPr indent="0" marL="0">
              <a:lnSpc>
                <a:spcPts val="2400"/>
              </a:lnSpc>
              <a:buNone/>
            </a:pPr>
            <a:r>
              <a:rPr lang="en-US" sz="1500" dirty="0">
                <a:solidFill>
                  <a:srgbClr val="FFFFFF"/>
                </a:solidFill>
                <a:latin typeface="Yu Gothic" pitchFamily="34" charset="0"/>
                <a:ea typeface="Yu Gothic" pitchFamily="34" charset="-122"/>
                <a:cs typeface="Yu Gothic" pitchFamily="34" charset="-120"/>
              </a:rPr>
              <a:t>頑張ることも、休むことも、</a:t>
            </a:r>
            <a:endParaRPr lang="en-US" sz="1500" dirty="0"/>
          </a:p>
          <a:p>
            <a:pPr indent="0" marL="0">
              <a:lnSpc>
                <a:spcPts val="2400"/>
              </a:lnSpc>
              <a:buNone/>
            </a:pPr>
            <a:r>
              <a:rPr lang="en-US" sz="1500" dirty="0">
                <a:solidFill>
                  <a:srgbClr val="FFFFFF"/>
                </a:solidFill>
                <a:latin typeface="Yu Gothic" pitchFamily="34" charset="0"/>
                <a:ea typeface="Yu Gothic" pitchFamily="34" charset="-122"/>
                <a:cs typeface="Yu Gothic" pitchFamily="34" charset="-120"/>
              </a:rPr>
              <a:t>自分で納得して</a:t>
            </a:r>
            <a:endParaRPr lang="en-US" sz="1500" dirty="0"/>
          </a:p>
          <a:p>
            <a:pPr indent="0" marL="0">
              <a:lnSpc>
                <a:spcPts val="2400"/>
              </a:lnSpc>
              <a:buNone/>
            </a:pPr>
            <a:r>
              <a:rPr lang="en-US" sz="1500" dirty="0">
                <a:solidFill>
                  <a:srgbClr val="FFFFFF"/>
                </a:solidFill>
                <a:latin typeface="Yu Gothic" pitchFamily="34" charset="0"/>
                <a:ea typeface="Yu Gothic" pitchFamily="34" charset="-122"/>
                <a:cs typeface="Yu Gothic" pitchFamily="34" charset="-120"/>
              </a:rPr>
              <a:t>選べるように。</a:t>
            </a:r>
            <a:endParaRPr lang="en-US" sz="1500" dirty="0"/>
          </a:p>
        </p:txBody>
      </p:sp>
      <p:sp>
        <p:nvSpPr>
          <p:cNvPr id="11" name="Text 9"/>
          <p:cNvSpPr txBox="1"/>
          <p:nvPr/>
        </p:nvSpPr>
        <p:spPr>
          <a:xfrm>
            <a:off x="457200" y="4041648"/>
            <a:ext cx="8229600" cy="640080"/>
          </a:xfrm>
          <a:prstGeom prst="rect">
            <a:avLst/>
          </a:prstGeom>
          <a:noFill/>
          <a:ln/>
        </p:spPr>
        <p:txBody>
          <a:bodyPr wrap="square" lIns="0" tIns="0" rIns="0" bIns="0" rtlCol="0" anchor="ctr"/>
          <a:lstStyle/>
          <a:p>
            <a:pPr indent="0" marL="0">
              <a:lnSpc>
                <a:spcPts val="2600"/>
              </a:lnSpc>
              <a:buNone/>
            </a:pPr>
            <a:r>
              <a:rPr lang="en-US" sz="1700" b="1" dirty="0">
                <a:solidFill>
                  <a:srgbClr val="7A1524"/>
                </a:solidFill>
                <a:latin typeface="Yu Gothic" pitchFamily="34" charset="0"/>
                <a:ea typeface="Yu Gothic" pitchFamily="34" charset="-122"/>
                <a:cs typeface="Yu Gothic" pitchFamily="34" charset="-120"/>
              </a:rPr>
              <a:t>「チャレンジすることが楽しく、失敗が怖くなくなった」</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27</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「140kg挙げたい」から変わった方</a:t>
            </a:r>
            <a:endParaRPr lang="en-US" sz="3000" dirty="0"/>
          </a:p>
        </p:txBody>
      </p:sp>
      <p:sp>
        <p:nvSpPr>
          <p:cNvPr id="5" name="Shape 3"/>
          <p:cNvSpPr/>
          <p:nvPr/>
        </p:nvSpPr>
        <p:spPr>
          <a:xfrm>
            <a:off x="457200" y="1691640"/>
            <a:ext cx="3931920" cy="2148840"/>
          </a:xfrm>
          <a:prstGeom prst="roundRect">
            <a:avLst>
              <a:gd name="adj" fmla="val 3404"/>
            </a:avLst>
          </a:prstGeom>
          <a:solidFill>
            <a:srgbClr val="F5F1F0"/>
          </a:solidFill>
          <a:ln w="12700">
            <a:solidFill>
              <a:srgbClr val="E1D9D9"/>
            </a:solidFill>
            <a:prstDash val="solid"/>
          </a:ln>
        </p:spPr>
      </p:sp>
      <p:sp>
        <p:nvSpPr>
          <p:cNvPr id="6" name="Text 4"/>
          <p:cNvSpPr txBox="1"/>
          <p:nvPr/>
        </p:nvSpPr>
        <p:spPr>
          <a:xfrm>
            <a:off x="731520" y="1828800"/>
            <a:ext cx="3383280" cy="292608"/>
          </a:xfrm>
          <a:prstGeom prst="rect">
            <a:avLst/>
          </a:prstGeom>
          <a:noFill/>
          <a:ln/>
        </p:spPr>
        <p:txBody>
          <a:bodyPr wrap="square" lIns="0" tIns="0" rIns="0" bIns="0" rtlCol="0" anchor="ctr"/>
          <a:lstStyle/>
          <a:p>
            <a:pPr indent="0" marL="0">
              <a:buNone/>
            </a:pPr>
            <a:r>
              <a:rPr lang="en-US" sz="1200" b="1" spc="200" kern="0" dirty="0">
                <a:solidFill>
                  <a:srgbClr val="6B6360"/>
                </a:solidFill>
                <a:latin typeface="Yu Gothic" pitchFamily="34" charset="0"/>
                <a:ea typeface="Yu Gothic" pitchFamily="34" charset="-122"/>
                <a:cs typeface="Yu Gothic" pitchFamily="34" charset="-120"/>
              </a:rPr>
              <a:t>BEFORE</a:t>
            </a:r>
            <a:endParaRPr lang="en-US" sz="1200" dirty="0"/>
          </a:p>
        </p:txBody>
      </p:sp>
      <p:sp>
        <p:nvSpPr>
          <p:cNvPr id="7" name="Text 5"/>
          <p:cNvSpPr txBox="1"/>
          <p:nvPr/>
        </p:nvSpPr>
        <p:spPr>
          <a:xfrm>
            <a:off x="731520" y="2176272"/>
            <a:ext cx="3429000" cy="1554480"/>
          </a:xfrm>
          <a:prstGeom prst="rect">
            <a:avLst/>
          </a:prstGeom>
          <a:noFill/>
          <a:ln/>
        </p:spPr>
        <p:txBody>
          <a:bodyPr wrap="square" lIns="0" tIns="0" rIns="0" bIns="0" rtlCol="0" anchor="ctr"/>
          <a:lstStyle/>
          <a:p>
            <a:pPr indent="0" marL="0">
              <a:lnSpc>
                <a:spcPts val="2400"/>
              </a:lnSpc>
              <a:buNone/>
            </a:pPr>
            <a:r>
              <a:rPr lang="en-US" sz="1500" dirty="0">
                <a:solidFill>
                  <a:srgbClr val="3B3634"/>
                </a:solidFill>
                <a:latin typeface="Yu Gothic" pitchFamily="34" charset="0"/>
                <a:ea typeface="Yu Gothic" pitchFamily="34" charset="-122"/>
                <a:cs typeface="Yu Gothic" pitchFamily="34" charset="-120"/>
              </a:rPr>
              <a:t>「スクワット140kgを挙げたい」</a:t>
            </a:r>
            <a:endParaRPr lang="en-US" sz="1500" dirty="0"/>
          </a:p>
          <a:p>
            <a:pPr indent="0" marL="0">
              <a:lnSpc>
                <a:spcPts val="2400"/>
              </a:lnSpc>
              <a:buNone/>
            </a:pPr>
            <a:r>
              <a:rPr lang="en-US" sz="1500" dirty="0">
                <a:solidFill>
                  <a:srgbClr val="3B3634"/>
                </a:solidFill>
                <a:latin typeface="Yu Gothic" pitchFamily="34" charset="0"/>
                <a:ea typeface="Yu Gothic" pitchFamily="34" charset="-122"/>
                <a:cs typeface="Yu Gothic" pitchFamily="34" charset="-120"/>
              </a:rPr>
              <a:t>という結果を考えていた。</a:t>
            </a:r>
            <a:endParaRPr lang="en-US" sz="1500" dirty="0"/>
          </a:p>
        </p:txBody>
      </p:sp>
      <p:sp>
        <p:nvSpPr>
          <p:cNvPr id="8" name="Shape 6"/>
          <p:cNvSpPr/>
          <p:nvPr/>
        </p:nvSpPr>
        <p:spPr>
          <a:xfrm>
            <a:off x="4754880" y="1691640"/>
            <a:ext cx="3931920" cy="2148840"/>
          </a:xfrm>
          <a:prstGeom prst="roundRect">
            <a:avLst>
              <a:gd name="adj" fmla="val 3404"/>
            </a:avLst>
          </a:prstGeom>
          <a:solidFill>
            <a:srgbClr val="540E19"/>
          </a:solidFill>
          <a:ln w="12700">
            <a:solidFill>
              <a:srgbClr val="540E19"/>
            </a:solidFill>
            <a:prstDash val="solid"/>
          </a:ln>
        </p:spPr>
      </p:sp>
      <p:sp>
        <p:nvSpPr>
          <p:cNvPr id="9" name="Text 7"/>
          <p:cNvSpPr txBox="1"/>
          <p:nvPr/>
        </p:nvSpPr>
        <p:spPr>
          <a:xfrm>
            <a:off x="5029200" y="1828800"/>
            <a:ext cx="3383280" cy="292608"/>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AFTER</a:t>
            </a:r>
            <a:endParaRPr lang="en-US" sz="1200" dirty="0"/>
          </a:p>
        </p:txBody>
      </p:sp>
      <p:sp>
        <p:nvSpPr>
          <p:cNvPr id="10" name="Text 8"/>
          <p:cNvSpPr txBox="1"/>
          <p:nvPr/>
        </p:nvSpPr>
        <p:spPr>
          <a:xfrm>
            <a:off x="5029200" y="2176272"/>
            <a:ext cx="3429000" cy="1554480"/>
          </a:xfrm>
          <a:prstGeom prst="rect">
            <a:avLst/>
          </a:prstGeom>
          <a:noFill/>
          <a:ln/>
        </p:spPr>
        <p:txBody>
          <a:bodyPr wrap="square" lIns="0" tIns="0" rIns="0" bIns="0" rtlCol="0" anchor="ctr"/>
          <a:lstStyle/>
          <a:p>
            <a:pPr indent="0" marL="0">
              <a:lnSpc>
                <a:spcPts val="2400"/>
              </a:lnSpc>
              <a:buNone/>
            </a:pPr>
            <a:r>
              <a:rPr lang="en-US" sz="1500" dirty="0">
                <a:solidFill>
                  <a:srgbClr val="FFFFFF"/>
                </a:solidFill>
                <a:latin typeface="Yu Gothic" pitchFamily="34" charset="0"/>
                <a:ea typeface="Yu Gothic" pitchFamily="34" charset="-122"/>
                <a:cs typeface="Yu Gothic" pitchFamily="34" charset="-120"/>
              </a:rPr>
              <a:t>「そのために、何をやるべきか？」</a:t>
            </a:r>
            <a:endParaRPr lang="en-US" sz="1500" dirty="0"/>
          </a:p>
          <a:p>
            <a:pPr indent="0" marL="0">
              <a:lnSpc>
                <a:spcPts val="2400"/>
              </a:lnSpc>
              <a:buNone/>
            </a:pPr>
            <a:r>
              <a:rPr lang="en-US" sz="1500" dirty="0">
                <a:solidFill>
                  <a:srgbClr val="FFFFFF"/>
                </a:solidFill>
                <a:latin typeface="Yu Gothic" pitchFamily="34" charset="0"/>
                <a:ea typeface="Yu Gothic" pitchFamily="34" charset="-122"/>
                <a:cs typeface="Yu Gothic" pitchFamily="34" charset="-120"/>
              </a:rPr>
              <a:t>を考えられるように。</a:t>
            </a:r>
            <a:endParaRPr lang="en-US" sz="1500" dirty="0"/>
          </a:p>
          <a:p>
            <a:pPr indent="0" marL="0">
              <a:lnSpc>
                <a:spcPts val="2400"/>
              </a:lnSpc>
              <a:buNone/>
            </a:pPr>
            <a:r>
              <a:rPr lang="en-US" sz="1500" dirty="0">
                <a:solidFill>
                  <a:srgbClr val="FFFFFF"/>
                </a:solidFill>
                <a:latin typeface="Yu Gothic" pitchFamily="34" charset="0"/>
                <a:ea typeface="Yu Gothic" pitchFamily="34" charset="-122"/>
                <a:cs typeface="Yu Gothic" pitchFamily="34" charset="-120"/>
              </a:rPr>
              <a:t>「正しく立つ」「自分のタイプの動き」</a:t>
            </a:r>
            <a:endParaRPr lang="en-US" sz="1500" dirty="0"/>
          </a:p>
        </p:txBody>
      </p:sp>
      <p:sp>
        <p:nvSpPr>
          <p:cNvPr id="11" name="Text 9"/>
          <p:cNvSpPr txBox="1"/>
          <p:nvPr/>
        </p:nvSpPr>
        <p:spPr>
          <a:xfrm>
            <a:off x="457200" y="4041648"/>
            <a:ext cx="8229600" cy="640080"/>
          </a:xfrm>
          <a:prstGeom prst="rect">
            <a:avLst/>
          </a:prstGeom>
          <a:noFill/>
          <a:ln/>
        </p:spPr>
        <p:txBody>
          <a:bodyPr wrap="square" lIns="0" tIns="0" rIns="0" bIns="0" rtlCol="0" anchor="ctr"/>
          <a:lstStyle/>
          <a:p>
            <a:pPr indent="0" marL="0">
              <a:lnSpc>
                <a:spcPts val="2600"/>
              </a:lnSpc>
              <a:buNone/>
            </a:pPr>
            <a:r>
              <a:rPr lang="en-US" sz="1700" b="1" dirty="0">
                <a:solidFill>
                  <a:srgbClr val="7A1524"/>
                </a:solidFill>
                <a:latin typeface="Yu Gothic" pitchFamily="34" charset="0"/>
                <a:ea typeface="Yu Gothic" pitchFamily="34" charset="-122"/>
                <a:cs typeface="Yu Gothic" pitchFamily="34" charset="-120"/>
              </a:rPr>
              <a:t>学んだことを、行動に変えるようになりました。</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5　受講された方の変化</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28</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変えたいのは「気持ち」だけではない</a:t>
            </a:r>
            <a:endParaRPr lang="en-US" sz="3000" dirty="0"/>
          </a:p>
        </p:txBody>
      </p:sp>
      <p:sp>
        <p:nvSpPr>
          <p:cNvPr id="5" name="Shape 3"/>
          <p:cNvSpPr/>
          <p:nvPr/>
        </p:nvSpPr>
        <p:spPr>
          <a:xfrm>
            <a:off x="457200" y="1783080"/>
            <a:ext cx="7863840" cy="548640"/>
          </a:xfrm>
          <a:prstGeom prst="roundRect">
            <a:avLst>
              <a:gd name="adj" fmla="val 10000"/>
            </a:avLst>
          </a:prstGeom>
          <a:solidFill>
            <a:srgbClr val="FAF3F4"/>
          </a:solidFill>
          <a:ln w="12700">
            <a:solidFill>
              <a:srgbClr val="FAF3F4"/>
            </a:solidFill>
            <a:prstDash val="solid"/>
          </a:ln>
        </p:spPr>
      </p:sp>
      <p:sp>
        <p:nvSpPr>
          <p:cNvPr id="6" name="Text 4"/>
          <p:cNvSpPr txBox="1"/>
          <p:nvPr/>
        </p:nvSpPr>
        <p:spPr>
          <a:xfrm>
            <a:off x="822960" y="1783080"/>
            <a:ext cx="7406640" cy="548640"/>
          </a:xfrm>
          <a:prstGeom prst="rect">
            <a:avLst/>
          </a:prstGeom>
          <a:noFill/>
          <a:ln/>
        </p:spPr>
        <p:txBody>
          <a:bodyPr wrap="square" lIns="0" tIns="0" rIns="0" bIns="0" rtlCol="0" anchor="ctr"/>
          <a:lstStyle/>
          <a:p>
            <a:pPr indent="0" marL="0">
              <a:buNone/>
            </a:pPr>
            <a:r>
              <a:rPr lang="en-US" sz="1900" b="1" dirty="0">
                <a:solidFill>
                  <a:srgbClr val="7A1524"/>
                </a:solidFill>
                <a:latin typeface="Yu Gothic" pitchFamily="34" charset="0"/>
                <a:ea typeface="Yu Gothic" pitchFamily="34" charset="-122"/>
                <a:cs typeface="Yu Gothic" pitchFamily="34" charset="-120"/>
              </a:rPr>
              <a:t>考え方が変わる。</a:t>
            </a:r>
            <a:endParaRPr lang="en-US" sz="1900" dirty="0"/>
          </a:p>
        </p:txBody>
      </p:sp>
      <p:sp>
        <p:nvSpPr>
          <p:cNvPr id="7" name="Text 5"/>
          <p:cNvSpPr txBox="1"/>
          <p:nvPr/>
        </p:nvSpPr>
        <p:spPr>
          <a:xfrm>
            <a:off x="457200" y="2286000"/>
            <a:ext cx="457200" cy="182880"/>
          </a:xfrm>
          <a:prstGeom prst="rect">
            <a:avLst/>
          </a:prstGeom>
          <a:noFill/>
          <a:ln/>
        </p:spPr>
        <p:txBody>
          <a:bodyPr wrap="square" lIns="0" tIns="0" rIns="0" bIns="0" rtlCol="0" anchor="ctr"/>
          <a:lstStyle/>
          <a:p>
            <a:pPr algn="ctr" indent="0" marL="0">
              <a:buNone/>
            </a:pPr>
            <a:r>
              <a:rPr lang="en-US" sz="1200" dirty="0">
                <a:solidFill>
                  <a:srgbClr val="6B6360"/>
                </a:solidFill>
                <a:latin typeface="Yu Gothic" pitchFamily="34" charset="0"/>
                <a:ea typeface="Yu Gothic" pitchFamily="34" charset="-122"/>
                <a:cs typeface="Yu Gothic" pitchFamily="34" charset="-120"/>
              </a:rPr>
              <a:t>↓</a:t>
            </a:r>
            <a:endParaRPr lang="en-US" sz="1200" dirty="0"/>
          </a:p>
        </p:txBody>
      </p:sp>
      <p:sp>
        <p:nvSpPr>
          <p:cNvPr id="8" name="Shape 6"/>
          <p:cNvSpPr/>
          <p:nvPr/>
        </p:nvSpPr>
        <p:spPr>
          <a:xfrm>
            <a:off x="457200" y="2441448"/>
            <a:ext cx="7863840" cy="548640"/>
          </a:xfrm>
          <a:prstGeom prst="roundRect">
            <a:avLst>
              <a:gd name="adj" fmla="val 10000"/>
            </a:avLst>
          </a:prstGeom>
          <a:solidFill>
            <a:srgbClr val="FAF3F4"/>
          </a:solidFill>
          <a:ln w="12700">
            <a:solidFill>
              <a:srgbClr val="FAF3F4"/>
            </a:solidFill>
            <a:prstDash val="solid"/>
          </a:ln>
        </p:spPr>
      </p:sp>
      <p:sp>
        <p:nvSpPr>
          <p:cNvPr id="9" name="Text 7"/>
          <p:cNvSpPr txBox="1"/>
          <p:nvPr/>
        </p:nvSpPr>
        <p:spPr>
          <a:xfrm>
            <a:off x="822960" y="2441448"/>
            <a:ext cx="7406640" cy="548640"/>
          </a:xfrm>
          <a:prstGeom prst="rect">
            <a:avLst/>
          </a:prstGeom>
          <a:noFill/>
          <a:ln/>
        </p:spPr>
        <p:txBody>
          <a:bodyPr wrap="square" lIns="0" tIns="0" rIns="0" bIns="0" rtlCol="0" anchor="ctr"/>
          <a:lstStyle/>
          <a:p>
            <a:pPr indent="0" marL="0">
              <a:buNone/>
            </a:pPr>
            <a:r>
              <a:rPr lang="en-US" sz="1900" b="1" dirty="0">
                <a:solidFill>
                  <a:srgbClr val="7A1524"/>
                </a:solidFill>
                <a:latin typeface="Yu Gothic" pitchFamily="34" charset="0"/>
                <a:ea typeface="Yu Gothic" pitchFamily="34" charset="-122"/>
                <a:cs typeface="Yu Gothic" pitchFamily="34" charset="-120"/>
              </a:rPr>
              <a:t>選ぶ行動が変わる。</a:t>
            </a:r>
            <a:endParaRPr lang="en-US" sz="1900" dirty="0"/>
          </a:p>
        </p:txBody>
      </p:sp>
      <p:sp>
        <p:nvSpPr>
          <p:cNvPr id="10" name="Text 8"/>
          <p:cNvSpPr txBox="1"/>
          <p:nvPr/>
        </p:nvSpPr>
        <p:spPr>
          <a:xfrm>
            <a:off x="457200" y="2944368"/>
            <a:ext cx="457200" cy="182880"/>
          </a:xfrm>
          <a:prstGeom prst="rect">
            <a:avLst/>
          </a:prstGeom>
          <a:noFill/>
          <a:ln/>
        </p:spPr>
        <p:txBody>
          <a:bodyPr wrap="square" lIns="0" tIns="0" rIns="0" bIns="0" rtlCol="0" anchor="ctr"/>
          <a:lstStyle/>
          <a:p>
            <a:pPr algn="ctr" indent="0" marL="0">
              <a:buNone/>
            </a:pPr>
            <a:r>
              <a:rPr lang="en-US" sz="1200" dirty="0">
                <a:solidFill>
                  <a:srgbClr val="6B6360"/>
                </a:solidFill>
                <a:latin typeface="Yu Gothic" pitchFamily="34" charset="0"/>
                <a:ea typeface="Yu Gothic" pitchFamily="34" charset="-122"/>
                <a:cs typeface="Yu Gothic" pitchFamily="34" charset="-120"/>
              </a:rPr>
              <a:t>↓</a:t>
            </a:r>
            <a:endParaRPr lang="en-US" sz="1200" dirty="0"/>
          </a:p>
        </p:txBody>
      </p:sp>
      <p:sp>
        <p:nvSpPr>
          <p:cNvPr id="11" name="Shape 9"/>
          <p:cNvSpPr/>
          <p:nvPr/>
        </p:nvSpPr>
        <p:spPr>
          <a:xfrm>
            <a:off x="457200" y="3099816"/>
            <a:ext cx="7863840" cy="548640"/>
          </a:xfrm>
          <a:prstGeom prst="roundRect">
            <a:avLst>
              <a:gd name="adj" fmla="val 10000"/>
            </a:avLst>
          </a:prstGeom>
          <a:solidFill>
            <a:srgbClr val="FAF3F4"/>
          </a:solidFill>
          <a:ln w="12700">
            <a:solidFill>
              <a:srgbClr val="FAF3F4"/>
            </a:solidFill>
            <a:prstDash val="solid"/>
          </a:ln>
        </p:spPr>
      </p:sp>
      <p:sp>
        <p:nvSpPr>
          <p:cNvPr id="12" name="Text 10"/>
          <p:cNvSpPr txBox="1"/>
          <p:nvPr/>
        </p:nvSpPr>
        <p:spPr>
          <a:xfrm>
            <a:off x="822960" y="3099816"/>
            <a:ext cx="7406640" cy="548640"/>
          </a:xfrm>
          <a:prstGeom prst="rect">
            <a:avLst/>
          </a:prstGeom>
          <a:noFill/>
          <a:ln/>
        </p:spPr>
        <p:txBody>
          <a:bodyPr wrap="square" lIns="0" tIns="0" rIns="0" bIns="0" rtlCol="0" anchor="ctr"/>
          <a:lstStyle/>
          <a:p>
            <a:pPr indent="0" marL="0">
              <a:buNone/>
            </a:pPr>
            <a:r>
              <a:rPr lang="en-US" sz="1900" b="1" dirty="0">
                <a:solidFill>
                  <a:srgbClr val="7A1524"/>
                </a:solidFill>
                <a:latin typeface="Yu Gothic" pitchFamily="34" charset="0"/>
                <a:ea typeface="Yu Gothic" pitchFamily="34" charset="-122"/>
                <a:cs typeface="Yu Gothic" pitchFamily="34" charset="-120"/>
              </a:rPr>
              <a:t>積み重ねが変わる。</a:t>
            </a:r>
            <a:endParaRPr lang="en-US" sz="1900" dirty="0"/>
          </a:p>
        </p:txBody>
      </p:sp>
      <p:sp>
        <p:nvSpPr>
          <p:cNvPr id="13" name="Text 11"/>
          <p:cNvSpPr txBox="1"/>
          <p:nvPr/>
        </p:nvSpPr>
        <p:spPr>
          <a:xfrm>
            <a:off x="457200" y="3602736"/>
            <a:ext cx="457200" cy="182880"/>
          </a:xfrm>
          <a:prstGeom prst="rect">
            <a:avLst/>
          </a:prstGeom>
          <a:noFill/>
          <a:ln/>
        </p:spPr>
        <p:txBody>
          <a:bodyPr wrap="square" lIns="0" tIns="0" rIns="0" bIns="0" rtlCol="0" anchor="ctr"/>
          <a:lstStyle/>
          <a:p>
            <a:pPr algn="ctr" indent="0" marL="0">
              <a:buNone/>
            </a:pPr>
            <a:r>
              <a:rPr lang="en-US" sz="1200" dirty="0">
                <a:solidFill>
                  <a:srgbClr val="6B6360"/>
                </a:solidFill>
                <a:latin typeface="Yu Gothic" pitchFamily="34" charset="0"/>
                <a:ea typeface="Yu Gothic" pitchFamily="34" charset="-122"/>
                <a:cs typeface="Yu Gothic" pitchFamily="34" charset="-120"/>
              </a:rPr>
              <a:t>↓</a:t>
            </a:r>
            <a:endParaRPr lang="en-US" sz="1200" dirty="0"/>
          </a:p>
        </p:txBody>
      </p:sp>
      <p:sp>
        <p:nvSpPr>
          <p:cNvPr id="14" name="Shape 12"/>
          <p:cNvSpPr/>
          <p:nvPr/>
        </p:nvSpPr>
        <p:spPr>
          <a:xfrm>
            <a:off x="457200" y="3758184"/>
            <a:ext cx="7863840" cy="548640"/>
          </a:xfrm>
          <a:prstGeom prst="roundRect">
            <a:avLst>
              <a:gd name="adj" fmla="val 10000"/>
            </a:avLst>
          </a:prstGeom>
          <a:solidFill>
            <a:srgbClr val="540E19"/>
          </a:solidFill>
          <a:ln w="12700">
            <a:solidFill>
              <a:srgbClr val="540E19"/>
            </a:solidFill>
            <a:prstDash val="solid"/>
          </a:ln>
        </p:spPr>
      </p:sp>
      <p:sp>
        <p:nvSpPr>
          <p:cNvPr id="15" name="Text 13"/>
          <p:cNvSpPr txBox="1"/>
          <p:nvPr/>
        </p:nvSpPr>
        <p:spPr>
          <a:xfrm>
            <a:off x="822960" y="3758184"/>
            <a:ext cx="7406640" cy="548640"/>
          </a:xfrm>
          <a:prstGeom prst="rect">
            <a:avLst/>
          </a:prstGeom>
          <a:noFill/>
          <a:ln/>
        </p:spPr>
        <p:txBody>
          <a:bodyPr wrap="square" lIns="0" tIns="0" rIns="0" bIns="0" rtlCol="0" anchor="ctr"/>
          <a:lstStyle/>
          <a:p>
            <a:pPr indent="0" marL="0">
              <a:buNone/>
            </a:pPr>
            <a:r>
              <a:rPr lang="en-US" sz="1900" b="1" dirty="0">
                <a:solidFill>
                  <a:srgbClr val="FFFFFF"/>
                </a:solidFill>
                <a:latin typeface="Yu Gothic" pitchFamily="34" charset="0"/>
                <a:ea typeface="Yu Gothic" pitchFamily="34" charset="-122"/>
                <a:cs typeface="Yu Gothic" pitchFamily="34" charset="-120"/>
              </a:rPr>
              <a:t>自分への信頼が育つ。</a:t>
            </a:r>
            <a:endParaRPr lang="en-US" sz="1900" dirty="0"/>
          </a:p>
        </p:txBody>
      </p:sp>
      <p:sp>
        <p:nvSpPr>
          <p:cNvPr id="16" name="Text 14"/>
          <p:cNvSpPr txBox="1"/>
          <p:nvPr/>
        </p:nvSpPr>
        <p:spPr>
          <a:xfrm>
            <a:off x="457200" y="4480560"/>
            <a:ext cx="7863840" cy="45720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メンタルトレーニングは、その積み重ねをつくるものです。</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6　あなたの場合を整理する</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29</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あなたの場合は、何を身につけたい？</a:t>
            </a:r>
            <a:endParaRPr lang="en-US" sz="3000" dirty="0"/>
          </a:p>
        </p:txBody>
      </p:sp>
      <p:sp>
        <p:nvSpPr>
          <p:cNvPr id="5" name="Text 3"/>
          <p:cNvSpPr txBox="1"/>
          <p:nvPr/>
        </p:nvSpPr>
        <p:spPr>
          <a:xfrm>
            <a:off x="457200" y="1737360"/>
            <a:ext cx="8229600" cy="41148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次の試合までに「これができるようになりたい」と思ったものはありますか？</a:t>
            </a:r>
            <a:endParaRPr lang="en-US" sz="1700" dirty="0"/>
          </a:p>
        </p:txBody>
      </p:sp>
      <p:sp>
        <p:nvSpPr>
          <p:cNvPr id="6" name="Shape 4"/>
          <p:cNvSpPr/>
          <p:nvPr/>
        </p:nvSpPr>
        <p:spPr>
          <a:xfrm>
            <a:off x="457200" y="2377440"/>
            <a:ext cx="3931920" cy="621792"/>
          </a:xfrm>
          <a:prstGeom prst="roundRect">
            <a:avLst>
              <a:gd name="adj" fmla="val 10294"/>
            </a:avLst>
          </a:prstGeom>
          <a:solidFill>
            <a:srgbClr val="FAF3F4"/>
          </a:solidFill>
          <a:ln w="12700">
            <a:solidFill>
              <a:srgbClr val="FAF3F4"/>
            </a:solidFill>
            <a:prstDash val="solid"/>
          </a:ln>
        </p:spPr>
      </p:sp>
      <p:sp>
        <p:nvSpPr>
          <p:cNvPr id="7" name="Text 5"/>
          <p:cNvSpPr txBox="1"/>
          <p:nvPr/>
        </p:nvSpPr>
        <p:spPr>
          <a:xfrm>
            <a:off x="731520" y="2377440"/>
            <a:ext cx="3657600" cy="621792"/>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不安の整理</a:t>
            </a:r>
            <a:endParaRPr lang="en-US" sz="1800" dirty="0"/>
          </a:p>
        </p:txBody>
      </p:sp>
      <p:sp>
        <p:nvSpPr>
          <p:cNvPr id="8" name="Shape 6"/>
          <p:cNvSpPr/>
          <p:nvPr/>
        </p:nvSpPr>
        <p:spPr>
          <a:xfrm>
            <a:off x="4572000" y="2377440"/>
            <a:ext cx="3931920" cy="621792"/>
          </a:xfrm>
          <a:prstGeom prst="roundRect">
            <a:avLst>
              <a:gd name="adj" fmla="val 10294"/>
            </a:avLst>
          </a:prstGeom>
          <a:solidFill>
            <a:srgbClr val="FAF3F4"/>
          </a:solidFill>
          <a:ln w="12700">
            <a:solidFill>
              <a:srgbClr val="FAF3F4"/>
            </a:solidFill>
            <a:prstDash val="solid"/>
          </a:ln>
        </p:spPr>
      </p:sp>
      <p:sp>
        <p:nvSpPr>
          <p:cNvPr id="9" name="Text 7"/>
          <p:cNvSpPr txBox="1"/>
          <p:nvPr/>
        </p:nvSpPr>
        <p:spPr>
          <a:xfrm>
            <a:off x="4846320" y="2377440"/>
            <a:ext cx="3657600" cy="621792"/>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一本前のルーティン</a:t>
            </a:r>
            <a:endParaRPr lang="en-US" sz="1800" dirty="0"/>
          </a:p>
        </p:txBody>
      </p:sp>
      <p:sp>
        <p:nvSpPr>
          <p:cNvPr id="10" name="Shape 8"/>
          <p:cNvSpPr/>
          <p:nvPr/>
        </p:nvSpPr>
        <p:spPr>
          <a:xfrm>
            <a:off x="457200" y="3108960"/>
            <a:ext cx="3931920" cy="621792"/>
          </a:xfrm>
          <a:prstGeom prst="roundRect">
            <a:avLst>
              <a:gd name="adj" fmla="val 10294"/>
            </a:avLst>
          </a:prstGeom>
          <a:solidFill>
            <a:srgbClr val="FAF3F4"/>
          </a:solidFill>
          <a:ln w="12700">
            <a:solidFill>
              <a:srgbClr val="FAF3F4"/>
            </a:solidFill>
            <a:prstDash val="solid"/>
          </a:ln>
        </p:spPr>
      </p:sp>
      <p:sp>
        <p:nvSpPr>
          <p:cNvPr id="11" name="Text 9"/>
          <p:cNvSpPr txBox="1"/>
          <p:nvPr/>
        </p:nvSpPr>
        <p:spPr>
          <a:xfrm>
            <a:off x="731520" y="3108960"/>
            <a:ext cx="3657600" cy="621792"/>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失敗後の切り替え</a:t>
            </a:r>
            <a:endParaRPr lang="en-US" sz="1800" dirty="0"/>
          </a:p>
        </p:txBody>
      </p:sp>
      <p:sp>
        <p:nvSpPr>
          <p:cNvPr id="12" name="Shape 10"/>
          <p:cNvSpPr/>
          <p:nvPr/>
        </p:nvSpPr>
        <p:spPr>
          <a:xfrm>
            <a:off x="4572000" y="3108960"/>
            <a:ext cx="3931920" cy="621792"/>
          </a:xfrm>
          <a:prstGeom prst="roundRect">
            <a:avLst>
              <a:gd name="adj" fmla="val 10294"/>
            </a:avLst>
          </a:prstGeom>
          <a:solidFill>
            <a:srgbClr val="FAF3F4"/>
          </a:solidFill>
          <a:ln w="12700">
            <a:solidFill>
              <a:srgbClr val="FAF3F4"/>
            </a:solidFill>
            <a:prstDash val="solid"/>
          </a:ln>
        </p:spPr>
      </p:sp>
      <p:sp>
        <p:nvSpPr>
          <p:cNvPr id="13" name="Text 11"/>
          <p:cNvSpPr txBox="1"/>
          <p:nvPr/>
        </p:nvSpPr>
        <p:spPr>
          <a:xfrm>
            <a:off x="4846320" y="3108960"/>
            <a:ext cx="3657600" cy="621792"/>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比較への対処</a:t>
            </a:r>
            <a:endParaRPr lang="en-US" sz="1800" dirty="0"/>
          </a:p>
        </p:txBody>
      </p:sp>
      <p:sp>
        <p:nvSpPr>
          <p:cNvPr id="14" name="Shape 12"/>
          <p:cNvSpPr/>
          <p:nvPr/>
        </p:nvSpPr>
        <p:spPr>
          <a:xfrm>
            <a:off x="457200" y="3840480"/>
            <a:ext cx="3931920" cy="621792"/>
          </a:xfrm>
          <a:prstGeom prst="roundRect">
            <a:avLst>
              <a:gd name="adj" fmla="val 10294"/>
            </a:avLst>
          </a:prstGeom>
          <a:solidFill>
            <a:srgbClr val="FAF3F4"/>
          </a:solidFill>
          <a:ln w="12700">
            <a:solidFill>
              <a:srgbClr val="FAF3F4"/>
            </a:solidFill>
            <a:prstDash val="solid"/>
          </a:ln>
        </p:spPr>
      </p:sp>
      <p:sp>
        <p:nvSpPr>
          <p:cNvPr id="15" name="Text 13"/>
          <p:cNvSpPr txBox="1"/>
          <p:nvPr/>
        </p:nvSpPr>
        <p:spPr>
          <a:xfrm>
            <a:off x="731520" y="3840480"/>
            <a:ext cx="3657600" cy="621792"/>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休む／頑張るの判断</a:t>
            </a:r>
            <a:endParaRPr lang="en-US" sz="1800" dirty="0"/>
          </a:p>
        </p:txBody>
      </p:sp>
      <p:sp>
        <p:nvSpPr>
          <p:cNvPr id="16" name="Shape 14"/>
          <p:cNvSpPr/>
          <p:nvPr/>
        </p:nvSpPr>
        <p:spPr>
          <a:xfrm>
            <a:off x="4572000" y="3840480"/>
            <a:ext cx="3931920" cy="621792"/>
          </a:xfrm>
          <a:prstGeom prst="roundRect">
            <a:avLst>
              <a:gd name="adj" fmla="val 10294"/>
            </a:avLst>
          </a:prstGeom>
          <a:solidFill>
            <a:srgbClr val="FAF3F4"/>
          </a:solidFill>
          <a:ln w="12700">
            <a:solidFill>
              <a:srgbClr val="FAF3F4"/>
            </a:solidFill>
            <a:prstDash val="solid"/>
          </a:ln>
        </p:spPr>
      </p:sp>
      <p:sp>
        <p:nvSpPr>
          <p:cNvPr id="17" name="Text 15"/>
          <p:cNvSpPr txBox="1"/>
          <p:nvPr/>
        </p:nvSpPr>
        <p:spPr>
          <a:xfrm>
            <a:off x="4846320" y="3840480"/>
            <a:ext cx="3657600" cy="621792"/>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目標を行動に落とし込む</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6　あなたの場合を整理する</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30</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今日、持ち帰るものを1つ決めましょう</a:t>
            </a:r>
            <a:endParaRPr lang="en-US" sz="3000" dirty="0"/>
          </a:p>
        </p:txBody>
      </p:sp>
      <p:sp>
        <p:nvSpPr>
          <p:cNvPr id="5" name="Text 3"/>
          <p:cNvSpPr txBox="1"/>
          <p:nvPr/>
        </p:nvSpPr>
        <p:spPr>
          <a:xfrm>
            <a:off x="457200" y="1719072"/>
            <a:ext cx="8229600" cy="41148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講座を受けても、受けなくても。次の試合まで、これはやってみてください。</a:t>
            </a:r>
            <a:endParaRPr lang="en-US" sz="1700" dirty="0"/>
          </a:p>
        </p:txBody>
      </p:sp>
      <p:sp>
        <p:nvSpPr>
          <p:cNvPr id="6" name="Shape 4"/>
          <p:cNvSpPr/>
          <p:nvPr/>
        </p:nvSpPr>
        <p:spPr>
          <a:xfrm>
            <a:off x="457200" y="2286000"/>
            <a:ext cx="3931920" cy="1463040"/>
          </a:xfrm>
          <a:prstGeom prst="roundRect">
            <a:avLst>
              <a:gd name="adj" fmla="val 5000"/>
            </a:avLst>
          </a:prstGeom>
          <a:solidFill>
            <a:srgbClr val="7A1524"/>
          </a:solidFill>
          <a:ln w="12700">
            <a:solidFill>
              <a:srgbClr val="7A1524"/>
            </a:solidFill>
            <a:prstDash val="solid"/>
          </a:ln>
        </p:spPr>
      </p:sp>
      <p:sp>
        <p:nvSpPr>
          <p:cNvPr id="7" name="Text 5"/>
          <p:cNvSpPr txBox="1"/>
          <p:nvPr/>
        </p:nvSpPr>
        <p:spPr>
          <a:xfrm>
            <a:off x="457200" y="2487168"/>
            <a:ext cx="3931920" cy="457200"/>
          </a:xfrm>
          <a:prstGeom prst="rect">
            <a:avLst/>
          </a:prstGeom>
          <a:noFill/>
          <a:ln/>
        </p:spPr>
        <p:txBody>
          <a:bodyPr wrap="square" lIns="0" tIns="0" rIns="0" bIns="0" rtlCol="0" anchor="ctr"/>
          <a:lstStyle/>
          <a:p>
            <a:pPr algn="ctr" indent="0" marL="0">
              <a:buNone/>
            </a:pPr>
            <a:r>
              <a:rPr lang="en-US" sz="2100" b="1" dirty="0">
                <a:solidFill>
                  <a:srgbClr val="FFFFFF"/>
                </a:solidFill>
                <a:latin typeface="Yu Gothic" pitchFamily="34" charset="0"/>
                <a:ea typeface="Yu Gothic" pitchFamily="34" charset="-122"/>
                <a:cs typeface="Yu Gothic" pitchFamily="34" charset="-120"/>
              </a:rPr>
              <a:t>やること　1つ</a:t>
            </a:r>
            <a:endParaRPr lang="en-US" sz="2100" dirty="0"/>
          </a:p>
        </p:txBody>
      </p:sp>
      <p:sp>
        <p:nvSpPr>
          <p:cNvPr id="8" name="Text 6"/>
          <p:cNvSpPr txBox="1"/>
          <p:nvPr/>
        </p:nvSpPr>
        <p:spPr>
          <a:xfrm>
            <a:off x="640080" y="3017520"/>
            <a:ext cx="3566160" cy="548640"/>
          </a:xfrm>
          <a:prstGeom prst="rect">
            <a:avLst/>
          </a:prstGeom>
          <a:noFill/>
          <a:ln/>
        </p:spPr>
        <p:txBody>
          <a:bodyPr wrap="square" lIns="0" tIns="0" rIns="0" bIns="0" rtlCol="0" anchor="ctr"/>
          <a:lstStyle/>
          <a:p>
            <a:pPr algn="ctr" indent="0" marL="0">
              <a:buNone/>
            </a:pPr>
            <a:r>
              <a:rPr lang="en-US" sz="1500" dirty="0">
                <a:solidFill>
                  <a:srgbClr val="F2C9D0"/>
                </a:solidFill>
                <a:latin typeface="Yu Gothic" pitchFamily="34" charset="0"/>
                <a:ea typeface="Yu Gothic" pitchFamily="34" charset="-122"/>
                <a:cs typeface="Yu Gothic" pitchFamily="34" charset="-120"/>
              </a:rPr>
              <a:t>例）3本目の前に、呼吸を3回</a:t>
            </a:r>
            <a:endParaRPr lang="en-US" sz="1500" dirty="0"/>
          </a:p>
        </p:txBody>
      </p:sp>
      <p:sp>
        <p:nvSpPr>
          <p:cNvPr id="9" name="Shape 7"/>
          <p:cNvSpPr/>
          <p:nvPr/>
        </p:nvSpPr>
        <p:spPr>
          <a:xfrm>
            <a:off x="4754880" y="2286000"/>
            <a:ext cx="3931920" cy="1463040"/>
          </a:xfrm>
          <a:prstGeom prst="roundRect">
            <a:avLst>
              <a:gd name="adj" fmla="val 5000"/>
            </a:avLst>
          </a:prstGeom>
          <a:solidFill>
            <a:srgbClr val="F5F1F0"/>
          </a:solidFill>
          <a:ln w="12700">
            <a:solidFill>
              <a:srgbClr val="E1D9D9"/>
            </a:solidFill>
            <a:prstDash val="solid"/>
          </a:ln>
        </p:spPr>
      </p:sp>
      <p:sp>
        <p:nvSpPr>
          <p:cNvPr id="10" name="Text 8"/>
          <p:cNvSpPr txBox="1"/>
          <p:nvPr/>
        </p:nvSpPr>
        <p:spPr>
          <a:xfrm>
            <a:off x="4754880" y="2487168"/>
            <a:ext cx="3931920" cy="457200"/>
          </a:xfrm>
          <a:prstGeom prst="rect">
            <a:avLst/>
          </a:prstGeom>
          <a:noFill/>
          <a:ln/>
        </p:spPr>
        <p:txBody>
          <a:bodyPr wrap="square" lIns="0" tIns="0" rIns="0" bIns="0" rtlCol="0" anchor="ctr"/>
          <a:lstStyle/>
          <a:p>
            <a:pPr algn="ctr" indent="0" marL="0">
              <a:buNone/>
            </a:pPr>
            <a:r>
              <a:rPr lang="en-US" sz="2100" b="1" dirty="0">
                <a:solidFill>
                  <a:srgbClr val="3B3634"/>
                </a:solidFill>
                <a:latin typeface="Yu Gothic" pitchFamily="34" charset="0"/>
                <a:ea typeface="Yu Gothic" pitchFamily="34" charset="-122"/>
                <a:cs typeface="Yu Gothic" pitchFamily="34" charset="-120"/>
              </a:rPr>
              <a:t>やらないこと　1つ</a:t>
            </a:r>
            <a:endParaRPr lang="en-US" sz="2100" dirty="0"/>
          </a:p>
        </p:txBody>
      </p:sp>
      <p:sp>
        <p:nvSpPr>
          <p:cNvPr id="11" name="Text 9"/>
          <p:cNvSpPr txBox="1"/>
          <p:nvPr/>
        </p:nvSpPr>
        <p:spPr>
          <a:xfrm>
            <a:off x="4892040" y="3017520"/>
            <a:ext cx="3657600" cy="548640"/>
          </a:xfrm>
          <a:prstGeom prst="rect">
            <a:avLst/>
          </a:prstGeom>
          <a:noFill/>
          <a:ln/>
        </p:spPr>
        <p:txBody>
          <a:bodyPr wrap="square" lIns="0" tIns="0" rIns="0" bIns="0" rtlCol="0" anchor="ctr"/>
          <a:lstStyle/>
          <a:p>
            <a:pPr algn="ctr" indent="0" marL="0">
              <a:buNone/>
            </a:pPr>
            <a:r>
              <a:rPr lang="en-US" sz="1500" dirty="0">
                <a:solidFill>
                  <a:srgbClr val="6B6360"/>
                </a:solidFill>
                <a:latin typeface="Yu Gothic" pitchFamily="34" charset="0"/>
                <a:ea typeface="Yu Gothic" pitchFamily="34" charset="-122"/>
                <a:cs typeface="Yu Gothic" pitchFamily="34" charset="-120"/>
              </a:rPr>
              <a:t>例）他の選手の重量を見にいかない</a:t>
            </a:r>
            <a:endParaRPr lang="en-US" sz="1500" dirty="0"/>
          </a:p>
        </p:txBody>
      </p:sp>
      <p:sp>
        <p:nvSpPr>
          <p:cNvPr id="12" name="Text 10"/>
          <p:cNvSpPr txBox="1"/>
          <p:nvPr/>
        </p:nvSpPr>
        <p:spPr>
          <a:xfrm>
            <a:off x="457200" y="4069080"/>
            <a:ext cx="8229600" cy="45720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小さく1つで十分です。続けられることが、一番大事です。</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540E19"/>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PHASE 7　講座のご案内</a:t>
            </a:r>
            <a:endParaRPr lang="en-US" sz="1200" dirty="0"/>
          </a:p>
        </p:txBody>
      </p:sp>
      <p:sp>
        <p:nvSpPr>
          <p:cNvPr id="3" name="Text 1"/>
          <p:cNvSpPr txBox="1"/>
          <p:nvPr/>
        </p:nvSpPr>
        <p:spPr>
          <a:xfrm>
            <a:off x="457200" y="4576572"/>
            <a:ext cx="548640" cy="274320"/>
          </a:xfrm>
          <a:prstGeom prst="rect">
            <a:avLst/>
          </a:prstGeom>
          <a:noFill/>
          <a:ln/>
        </p:spPr>
        <p:txBody>
          <a:bodyPr wrap="square" lIns="0" tIns="0" rIns="0" bIns="0" rtlCol="0" anchor="ctr"/>
          <a:lstStyle/>
          <a:p>
            <a:pPr algn="l" indent="0" marL="0">
              <a:buNone/>
            </a:pPr>
            <a:r>
              <a:rPr lang="en-US" sz="1100" dirty="0">
                <a:solidFill>
                  <a:srgbClr val="8A6870"/>
                </a:solidFill>
                <a:latin typeface="Yu Gothic" pitchFamily="34" charset="0"/>
                <a:ea typeface="Yu Gothic" pitchFamily="34" charset="-122"/>
                <a:cs typeface="Yu Gothic" pitchFamily="34" charset="-120"/>
              </a:rPr>
              <a:t>31</a:t>
            </a:r>
            <a:endParaRPr lang="en-US" sz="1100" dirty="0"/>
          </a:p>
        </p:txBody>
      </p:sp>
      <p:pic>
        <p:nvPicPr>
          <p:cNvPr id="4" name="Image 0" descr="../lp/images/hero.jpg">    </p:cNvPr>
          <p:cNvPicPr>
            <a:picLocks noChangeAspect="1"/>
          </p:cNvPicPr>
          <p:nvPr/>
        </p:nvPicPr>
        <p:blipFill>
          <a:blip r:embed="rId1"/>
          <a:srcRect l="0" r="0" t="0" b="0"/>
          <a:stretch/>
        </p:blipFill>
        <p:spPr>
          <a:xfrm>
            <a:off x="4572000" y="0"/>
            <a:ext cx="4572000" cy="5143500"/>
          </a:xfrm>
          <a:prstGeom prst="rect">
            <a:avLst/>
          </a:prstGeom>
        </p:spPr>
      </p:pic>
      <p:sp>
        <p:nvSpPr>
          <p:cNvPr id="5" name="Shape 2"/>
          <p:cNvSpPr/>
          <p:nvPr/>
        </p:nvSpPr>
        <p:spPr>
          <a:xfrm>
            <a:off x="0" y="0"/>
            <a:ext cx="5669280" cy="5143500"/>
          </a:xfrm>
          <a:prstGeom prst="rect">
            <a:avLst/>
          </a:prstGeom>
          <a:solidFill>
            <a:srgbClr val="540E19"/>
          </a:solidFill>
          <a:ln w="12700">
            <a:solidFill>
              <a:srgbClr val="540E19"/>
            </a:solidFill>
            <a:prstDash val="solid"/>
          </a:ln>
        </p:spPr>
      </p:sp>
      <p:sp>
        <p:nvSpPr>
          <p:cNvPr id="6" name="Text 3"/>
          <p:cNvSpPr txBox="1"/>
          <p:nvPr/>
        </p:nvSpPr>
        <p:spPr>
          <a:xfrm>
            <a:off x="457200" y="4576572"/>
            <a:ext cx="548640" cy="274320"/>
          </a:xfrm>
          <a:prstGeom prst="rect">
            <a:avLst/>
          </a:prstGeom>
          <a:noFill/>
          <a:ln/>
        </p:spPr>
        <p:txBody>
          <a:bodyPr wrap="square" lIns="0" tIns="0" rIns="0" bIns="0" rtlCol="0" anchor="ctr"/>
          <a:lstStyle/>
          <a:p>
            <a:pPr indent="0" marL="0">
              <a:buNone/>
            </a:pPr>
            <a:r>
              <a:rPr lang="en-US" sz="1100" dirty="0">
                <a:solidFill>
                  <a:srgbClr val="8A6870"/>
                </a:solidFill>
                <a:latin typeface="Yu Gothic" pitchFamily="34" charset="0"/>
                <a:ea typeface="Yu Gothic" pitchFamily="34" charset="-122"/>
                <a:cs typeface="Yu Gothic" pitchFamily="34" charset="-120"/>
              </a:rPr>
              <a:t>31</a:t>
            </a:r>
            <a:endParaRPr lang="en-US" sz="1100" dirty="0"/>
          </a:p>
        </p:txBody>
      </p:sp>
      <p:sp>
        <p:nvSpPr>
          <p:cNvPr id="7" name="Text 4"/>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PHASE 7　講座のご案内</a:t>
            </a:r>
            <a:endParaRPr lang="en-US" sz="1200" dirty="0"/>
          </a:p>
        </p:txBody>
      </p:sp>
      <p:sp>
        <p:nvSpPr>
          <p:cNvPr id="8" name="Text 5"/>
          <p:cNvSpPr txBox="1"/>
          <p:nvPr/>
        </p:nvSpPr>
        <p:spPr>
          <a:xfrm>
            <a:off x="457200" y="1051560"/>
            <a:ext cx="4846320" cy="1554480"/>
          </a:xfrm>
          <a:prstGeom prst="rect">
            <a:avLst/>
          </a:prstGeom>
          <a:noFill/>
          <a:ln/>
        </p:spPr>
        <p:txBody>
          <a:bodyPr wrap="square" lIns="0" tIns="0" rIns="0" bIns="0" rtlCol="0" anchor="ctr"/>
          <a:lstStyle/>
          <a:p>
            <a:pPr indent="0" marL="0">
              <a:lnSpc>
                <a:spcPts val="4600"/>
              </a:lnSpc>
              <a:buNone/>
            </a:pPr>
            <a:r>
              <a:rPr lang="en-US" sz="3000" b="1" dirty="0">
                <a:solidFill>
                  <a:srgbClr val="FFFFFF"/>
                </a:solidFill>
                <a:latin typeface="Yu Mincho" pitchFamily="34" charset="0"/>
                <a:ea typeface="Yu Mincho" pitchFamily="34" charset="-122"/>
                <a:cs typeface="Yu Mincho" pitchFamily="34" charset="-120"/>
              </a:rPr>
              <a:t>パワーリフターのための</a:t>
            </a:r>
            <a:endParaRPr lang="en-US" sz="3000" dirty="0"/>
          </a:p>
          <a:p>
            <a:pPr indent="0" marL="0">
              <a:lnSpc>
                <a:spcPts val="4600"/>
              </a:lnSpc>
              <a:buNone/>
            </a:pPr>
            <a:r>
              <a:rPr lang="en-US" sz="3000" b="1" dirty="0">
                <a:solidFill>
                  <a:srgbClr val="FFFFFF"/>
                </a:solidFill>
                <a:latin typeface="Yu Mincho" pitchFamily="34" charset="0"/>
                <a:ea typeface="Yu Mincho" pitchFamily="34" charset="-122"/>
                <a:cs typeface="Yu Mincho" pitchFamily="34" charset="-120"/>
              </a:rPr>
              <a:t>実践メンタルトレーニング</a:t>
            </a:r>
            <a:endParaRPr lang="en-US" sz="3000" dirty="0"/>
          </a:p>
        </p:txBody>
      </p:sp>
      <p:sp>
        <p:nvSpPr>
          <p:cNvPr id="9" name="Text 6"/>
          <p:cNvSpPr txBox="1"/>
          <p:nvPr/>
        </p:nvSpPr>
        <p:spPr>
          <a:xfrm>
            <a:off x="457200" y="2788920"/>
            <a:ext cx="4846320" cy="411480"/>
          </a:xfrm>
          <a:prstGeom prst="rect">
            <a:avLst/>
          </a:prstGeom>
          <a:noFill/>
          <a:ln/>
        </p:spPr>
        <p:txBody>
          <a:bodyPr wrap="square" lIns="0" tIns="0" rIns="0" bIns="0" rtlCol="0" anchor="ctr"/>
          <a:lstStyle/>
          <a:p>
            <a:pPr indent="0" marL="0">
              <a:buNone/>
            </a:pPr>
            <a:r>
              <a:rPr lang="en-US" sz="1700" dirty="0">
                <a:solidFill>
                  <a:srgbClr val="F0B9C3"/>
                </a:solidFill>
                <a:latin typeface="Yu Gothic" pitchFamily="34" charset="0"/>
                <a:ea typeface="Yu Gothic" pitchFamily="34" charset="-122"/>
                <a:cs typeface="Yu Gothic" pitchFamily="34" charset="-120"/>
              </a:rPr>
              <a:t>絶対に取りたい記録、勝ちたい試合がある選手へ。</a:t>
            </a:r>
            <a:endParaRPr lang="en-US" sz="1700" dirty="0"/>
          </a:p>
        </p:txBody>
      </p:sp>
      <p:sp>
        <p:nvSpPr>
          <p:cNvPr id="10" name="Text 7"/>
          <p:cNvSpPr txBox="1"/>
          <p:nvPr/>
        </p:nvSpPr>
        <p:spPr>
          <a:xfrm>
            <a:off x="457200" y="3383280"/>
            <a:ext cx="4846320" cy="1005840"/>
          </a:xfrm>
          <a:prstGeom prst="rect">
            <a:avLst/>
          </a:prstGeom>
          <a:noFill/>
          <a:ln/>
        </p:spPr>
        <p:txBody>
          <a:bodyPr wrap="square" lIns="0" tIns="0" rIns="0" bIns="0" rtlCol="0" anchor="ctr"/>
          <a:lstStyle/>
          <a:p>
            <a:pPr indent="0" marL="0">
              <a:lnSpc>
                <a:spcPts val="3000"/>
              </a:lnSpc>
              <a:buNone/>
            </a:pPr>
            <a:r>
              <a:rPr lang="en-US" sz="1800" dirty="0">
                <a:solidFill>
                  <a:srgbClr val="F2E7E9"/>
                </a:solidFill>
                <a:latin typeface="Yu Gothic" pitchFamily="34" charset="0"/>
                <a:ea typeface="Yu Gothic" pitchFamily="34" charset="-122"/>
                <a:cs typeface="Yu Gothic" pitchFamily="34" charset="-120"/>
              </a:rPr>
              <a:t>プレッシャーがあっても、</a:t>
            </a:r>
            <a:endParaRPr lang="en-US" sz="1800" dirty="0"/>
          </a:p>
          <a:p>
            <a:pPr indent="0" marL="0">
              <a:lnSpc>
                <a:spcPts val="3000"/>
              </a:lnSpc>
              <a:buNone/>
            </a:pPr>
            <a:r>
              <a:rPr lang="en-US" sz="1800" dirty="0">
                <a:solidFill>
                  <a:srgbClr val="F2E7E9"/>
                </a:solidFill>
                <a:latin typeface="Yu Gothic" pitchFamily="34" charset="0"/>
                <a:ea typeface="Yu Gothic" pitchFamily="34" charset="-122"/>
                <a:cs typeface="Yu Gothic" pitchFamily="34" charset="-120"/>
              </a:rPr>
              <a:t>自分がやるべきことがわかり、実践できる選手になる。</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7　講座のご案内</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32</a:t>
            </a:r>
            <a:endParaRPr lang="en-US" sz="1100" dirty="0"/>
          </a:p>
        </p:txBody>
      </p:sp>
      <p:sp>
        <p:nvSpPr>
          <p:cNvPr id="4" name="Text 2"/>
          <p:cNvSpPr txBox="1"/>
          <p:nvPr/>
        </p:nvSpPr>
        <p:spPr>
          <a:xfrm>
            <a:off x="457200" y="777240"/>
            <a:ext cx="8229600" cy="1188720"/>
          </a:xfrm>
          <a:prstGeom prst="rect">
            <a:avLst/>
          </a:prstGeom>
          <a:noFill/>
          <a:ln/>
        </p:spPr>
        <p:txBody>
          <a:bodyPr wrap="square" lIns="0" tIns="0" rIns="0" bIns="0" rtlCol="0" anchor="t"/>
          <a:lstStyle/>
          <a:p>
            <a:pPr algn="l" indent="0" marL="0">
              <a:lnSpc>
                <a:spcPts val="4350"/>
              </a:lnSpc>
              <a:buNone/>
            </a:pPr>
            <a:r>
              <a:rPr lang="en-US" sz="3000" b="1" dirty="0">
                <a:solidFill>
                  <a:srgbClr val="141416"/>
                </a:solidFill>
                <a:latin typeface="Yu Mincho" pitchFamily="34" charset="0"/>
                <a:ea typeface="Yu Mincho" pitchFamily="34" charset="-122"/>
                <a:cs typeface="Yu Mincho" pitchFamily="34" charset="-120"/>
              </a:rPr>
              <a:t>1対1で、自分の試合に落とし込む</a:t>
            </a:r>
            <a:endParaRPr lang="en-US" sz="3000" dirty="0"/>
          </a:p>
        </p:txBody>
      </p:sp>
      <p:sp>
        <p:nvSpPr>
          <p:cNvPr id="5" name="Shape 3"/>
          <p:cNvSpPr/>
          <p:nvPr/>
        </p:nvSpPr>
        <p:spPr>
          <a:xfrm>
            <a:off x="457200" y="1783080"/>
            <a:ext cx="7863840" cy="548640"/>
          </a:xfrm>
          <a:prstGeom prst="roundRect">
            <a:avLst>
              <a:gd name="adj" fmla="val 10000"/>
            </a:avLst>
          </a:prstGeom>
          <a:solidFill>
            <a:srgbClr val="FAF3F4"/>
          </a:solidFill>
          <a:ln w="12700">
            <a:solidFill>
              <a:srgbClr val="FAF3F4"/>
            </a:solidFill>
            <a:prstDash val="solid"/>
          </a:ln>
        </p:spPr>
      </p:sp>
      <p:sp>
        <p:nvSpPr>
          <p:cNvPr id="6" name="Text 4"/>
          <p:cNvSpPr txBox="1"/>
          <p:nvPr/>
        </p:nvSpPr>
        <p:spPr>
          <a:xfrm>
            <a:off x="777240" y="1783080"/>
            <a:ext cx="1554480" cy="548640"/>
          </a:xfrm>
          <a:prstGeom prst="rect">
            <a:avLst/>
          </a:prstGeom>
          <a:noFill/>
          <a:ln/>
        </p:spPr>
        <p:txBody>
          <a:bodyPr wrap="square" lIns="0" tIns="0" rIns="0" bIns="0" rtlCol="0" anchor="ctr"/>
          <a:lstStyle/>
          <a:p>
            <a:pPr indent="0" marL="0">
              <a:buNone/>
            </a:pPr>
            <a:r>
              <a:rPr lang="en-US" sz="1700" b="1" dirty="0">
                <a:solidFill>
                  <a:srgbClr val="7A1524"/>
                </a:solidFill>
                <a:latin typeface="Yu Gothic" pitchFamily="34" charset="0"/>
                <a:ea typeface="Yu Gothic" pitchFamily="34" charset="-122"/>
                <a:cs typeface="Yu Gothic" pitchFamily="34" charset="-120"/>
              </a:rPr>
              <a:t>形式</a:t>
            </a:r>
            <a:endParaRPr lang="en-US" sz="1700" dirty="0"/>
          </a:p>
        </p:txBody>
      </p:sp>
      <p:sp>
        <p:nvSpPr>
          <p:cNvPr id="7" name="Text 5"/>
          <p:cNvSpPr txBox="1"/>
          <p:nvPr/>
        </p:nvSpPr>
        <p:spPr>
          <a:xfrm>
            <a:off x="2377440" y="1783080"/>
            <a:ext cx="5760720" cy="54864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完全1対1／Zoom</a:t>
            </a:r>
            <a:endParaRPr lang="en-US" sz="1800" dirty="0"/>
          </a:p>
        </p:txBody>
      </p:sp>
      <p:sp>
        <p:nvSpPr>
          <p:cNvPr id="8" name="Shape 6"/>
          <p:cNvSpPr/>
          <p:nvPr/>
        </p:nvSpPr>
        <p:spPr>
          <a:xfrm>
            <a:off x="457200" y="2423160"/>
            <a:ext cx="7863840" cy="548640"/>
          </a:xfrm>
          <a:prstGeom prst="roundRect">
            <a:avLst>
              <a:gd name="adj" fmla="val 10000"/>
            </a:avLst>
          </a:prstGeom>
          <a:solidFill>
            <a:srgbClr val="FAF3F4"/>
          </a:solidFill>
          <a:ln w="12700">
            <a:solidFill>
              <a:srgbClr val="FAF3F4"/>
            </a:solidFill>
            <a:prstDash val="solid"/>
          </a:ln>
        </p:spPr>
      </p:sp>
      <p:sp>
        <p:nvSpPr>
          <p:cNvPr id="9" name="Text 7"/>
          <p:cNvSpPr txBox="1"/>
          <p:nvPr/>
        </p:nvSpPr>
        <p:spPr>
          <a:xfrm>
            <a:off x="777240" y="2423160"/>
            <a:ext cx="1554480" cy="548640"/>
          </a:xfrm>
          <a:prstGeom prst="rect">
            <a:avLst/>
          </a:prstGeom>
          <a:noFill/>
          <a:ln/>
        </p:spPr>
        <p:txBody>
          <a:bodyPr wrap="square" lIns="0" tIns="0" rIns="0" bIns="0" rtlCol="0" anchor="ctr"/>
          <a:lstStyle/>
          <a:p>
            <a:pPr indent="0" marL="0">
              <a:buNone/>
            </a:pPr>
            <a:r>
              <a:rPr lang="en-US" sz="1700" b="1" dirty="0">
                <a:solidFill>
                  <a:srgbClr val="7A1524"/>
                </a:solidFill>
                <a:latin typeface="Yu Gothic" pitchFamily="34" charset="0"/>
                <a:ea typeface="Yu Gothic" pitchFamily="34" charset="-122"/>
                <a:cs typeface="Yu Gothic" pitchFamily="34" charset="-120"/>
              </a:rPr>
              <a:t>回数</a:t>
            </a:r>
            <a:endParaRPr lang="en-US" sz="1700" dirty="0"/>
          </a:p>
        </p:txBody>
      </p:sp>
      <p:sp>
        <p:nvSpPr>
          <p:cNvPr id="10" name="Text 8"/>
          <p:cNvSpPr txBox="1"/>
          <p:nvPr/>
        </p:nvSpPr>
        <p:spPr>
          <a:xfrm>
            <a:off x="2377440" y="2423160"/>
            <a:ext cx="5760720" cy="54864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全10回（1回60分）</a:t>
            </a:r>
            <a:endParaRPr lang="en-US" sz="1800" dirty="0"/>
          </a:p>
        </p:txBody>
      </p:sp>
      <p:sp>
        <p:nvSpPr>
          <p:cNvPr id="11" name="Shape 9"/>
          <p:cNvSpPr/>
          <p:nvPr/>
        </p:nvSpPr>
        <p:spPr>
          <a:xfrm>
            <a:off x="457200" y="3063240"/>
            <a:ext cx="7863840" cy="548640"/>
          </a:xfrm>
          <a:prstGeom prst="roundRect">
            <a:avLst>
              <a:gd name="adj" fmla="val 10000"/>
            </a:avLst>
          </a:prstGeom>
          <a:solidFill>
            <a:srgbClr val="FAF3F4"/>
          </a:solidFill>
          <a:ln w="12700">
            <a:solidFill>
              <a:srgbClr val="FAF3F4"/>
            </a:solidFill>
            <a:prstDash val="solid"/>
          </a:ln>
        </p:spPr>
      </p:sp>
      <p:sp>
        <p:nvSpPr>
          <p:cNvPr id="12" name="Text 10"/>
          <p:cNvSpPr txBox="1"/>
          <p:nvPr/>
        </p:nvSpPr>
        <p:spPr>
          <a:xfrm>
            <a:off x="777240" y="3063240"/>
            <a:ext cx="1554480" cy="548640"/>
          </a:xfrm>
          <a:prstGeom prst="rect">
            <a:avLst/>
          </a:prstGeom>
          <a:noFill/>
          <a:ln/>
        </p:spPr>
        <p:txBody>
          <a:bodyPr wrap="square" lIns="0" tIns="0" rIns="0" bIns="0" rtlCol="0" anchor="ctr"/>
          <a:lstStyle/>
          <a:p>
            <a:pPr indent="0" marL="0">
              <a:buNone/>
            </a:pPr>
            <a:r>
              <a:rPr lang="en-US" sz="1700" b="1" dirty="0">
                <a:solidFill>
                  <a:srgbClr val="7A1524"/>
                </a:solidFill>
                <a:latin typeface="Yu Gothic" pitchFamily="34" charset="0"/>
                <a:ea typeface="Yu Gothic" pitchFamily="34" charset="-122"/>
                <a:cs typeface="Yu Gothic" pitchFamily="34" charset="-120"/>
              </a:rPr>
              <a:t>期間</a:t>
            </a:r>
            <a:endParaRPr lang="en-US" sz="1700" dirty="0"/>
          </a:p>
        </p:txBody>
      </p:sp>
      <p:sp>
        <p:nvSpPr>
          <p:cNvPr id="13" name="Text 11"/>
          <p:cNvSpPr txBox="1"/>
          <p:nvPr/>
        </p:nvSpPr>
        <p:spPr>
          <a:xfrm>
            <a:off x="2377440" y="3063240"/>
            <a:ext cx="5760720" cy="54864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最長3か月</a:t>
            </a:r>
            <a:endParaRPr lang="en-US" sz="1800" dirty="0"/>
          </a:p>
        </p:txBody>
      </p:sp>
      <p:sp>
        <p:nvSpPr>
          <p:cNvPr id="14" name="Shape 12"/>
          <p:cNvSpPr/>
          <p:nvPr/>
        </p:nvSpPr>
        <p:spPr>
          <a:xfrm>
            <a:off x="457200" y="3703320"/>
            <a:ext cx="7863840" cy="548640"/>
          </a:xfrm>
          <a:prstGeom prst="roundRect">
            <a:avLst>
              <a:gd name="adj" fmla="val 10000"/>
            </a:avLst>
          </a:prstGeom>
          <a:solidFill>
            <a:srgbClr val="FAF3F4"/>
          </a:solidFill>
          <a:ln w="12700">
            <a:solidFill>
              <a:srgbClr val="FAF3F4"/>
            </a:solidFill>
            <a:prstDash val="solid"/>
          </a:ln>
        </p:spPr>
      </p:sp>
      <p:sp>
        <p:nvSpPr>
          <p:cNvPr id="15" name="Text 13"/>
          <p:cNvSpPr txBox="1"/>
          <p:nvPr/>
        </p:nvSpPr>
        <p:spPr>
          <a:xfrm>
            <a:off x="777240" y="3703320"/>
            <a:ext cx="1554480" cy="548640"/>
          </a:xfrm>
          <a:prstGeom prst="rect">
            <a:avLst/>
          </a:prstGeom>
          <a:noFill/>
          <a:ln/>
        </p:spPr>
        <p:txBody>
          <a:bodyPr wrap="square" lIns="0" tIns="0" rIns="0" bIns="0" rtlCol="0" anchor="ctr"/>
          <a:lstStyle/>
          <a:p>
            <a:pPr indent="0" marL="0">
              <a:buNone/>
            </a:pPr>
            <a:r>
              <a:rPr lang="en-US" sz="1700" b="1" dirty="0">
                <a:solidFill>
                  <a:srgbClr val="7A1524"/>
                </a:solidFill>
                <a:latin typeface="Yu Gothic" pitchFamily="34" charset="0"/>
                <a:ea typeface="Yu Gothic" pitchFamily="34" charset="-122"/>
                <a:cs typeface="Yu Gothic" pitchFamily="34" charset="-120"/>
              </a:rPr>
              <a:t>ペース</a:t>
            </a:r>
            <a:endParaRPr lang="en-US" sz="1700" dirty="0"/>
          </a:p>
        </p:txBody>
      </p:sp>
      <p:sp>
        <p:nvSpPr>
          <p:cNvPr id="16" name="Text 14"/>
          <p:cNvSpPr txBox="1"/>
          <p:nvPr/>
        </p:nvSpPr>
        <p:spPr>
          <a:xfrm>
            <a:off x="2377440" y="3703320"/>
            <a:ext cx="5760720" cy="54864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試合日程に合わせて調整</a:t>
            </a:r>
            <a:endParaRPr lang="en-US" sz="1800" dirty="0"/>
          </a:p>
        </p:txBody>
      </p:sp>
      <p:sp>
        <p:nvSpPr>
          <p:cNvPr id="17" name="Text 15"/>
          <p:cNvSpPr txBox="1"/>
          <p:nvPr/>
        </p:nvSpPr>
        <p:spPr>
          <a:xfrm>
            <a:off x="457200" y="4389120"/>
            <a:ext cx="7863840" cy="54864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知識を聞くだけではなく、</a:t>
            </a:r>
            <a:endParaRPr lang="en-US" sz="1800" dirty="0"/>
          </a:p>
          <a:p>
            <a:pPr indent="0" marL="0">
              <a:buNone/>
            </a:pPr>
            <a:r>
              <a:rPr lang="en-US" sz="1800" b="1" dirty="0">
                <a:solidFill>
                  <a:srgbClr val="7A1524"/>
                </a:solidFill>
                <a:latin typeface="Yu Gothic" pitchFamily="34" charset="0"/>
                <a:ea typeface="Yu Gothic" pitchFamily="34" charset="-122"/>
                <a:cs typeface="Yu Gothic" pitchFamily="34" charset="-120"/>
              </a:rPr>
              <a:t>「あなたならどうする？」まで一緒につくります。</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7　講座のご案内</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33</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10回で扱うこと</a:t>
            </a:r>
            <a:endParaRPr lang="en-US" sz="3300" dirty="0"/>
          </a:p>
        </p:txBody>
      </p:sp>
      <p:sp>
        <p:nvSpPr>
          <p:cNvPr id="5" name="Shape 3"/>
          <p:cNvSpPr/>
          <p:nvPr/>
        </p:nvSpPr>
        <p:spPr>
          <a:xfrm>
            <a:off x="457200" y="1847088"/>
            <a:ext cx="329184" cy="329184"/>
          </a:xfrm>
          <a:prstGeom prst="ellipse">
            <a:avLst/>
          </a:prstGeom>
          <a:solidFill>
            <a:srgbClr val="7A1524"/>
          </a:solidFill>
          <a:ln w="12700">
            <a:solidFill>
              <a:srgbClr val="7A1524"/>
            </a:solidFill>
            <a:prstDash val="solid"/>
          </a:ln>
        </p:spPr>
      </p:sp>
      <p:sp>
        <p:nvSpPr>
          <p:cNvPr id="6" name="Text 4"/>
          <p:cNvSpPr txBox="1"/>
          <p:nvPr/>
        </p:nvSpPr>
        <p:spPr>
          <a:xfrm>
            <a:off x="457200" y="18470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914400" y="1783080"/>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自分の崩れ方を知る</a:t>
            </a:r>
            <a:endParaRPr lang="en-US" sz="1700" dirty="0"/>
          </a:p>
        </p:txBody>
      </p:sp>
      <p:sp>
        <p:nvSpPr>
          <p:cNvPr id="8" name="Shape 6"/>
          <p:cNvSpPr/>
          <p:nvPr/>
        </p:nvSpPr>
        <p:spPr>
          <a:xfrm>
            <a:off x="457200" y="2450592"/>
            <a:ext cx="329184" cy="329184"/>
          </a:xfrm>
          <a:prstGeom prst="ellipse">
            <a:avLst/>
          </a:prstGeom>
          <a:solidFill>
            <a:srgbClr val="7A1524"/>
          </a:solidFill>
          <a:ln w="12700">
            <a:solidFill>
              <a:srgbClr val="7A1524"/>
            </a:solidFill>
            <a:prstDash val="solid"/>
          </a:ln>
        </p:spPr>
      </p:sp>
      <p:sp>
        <p:nvSpPr>
          <p:cNvPr id="9" name="Text 7"/>
          <p:cNvSpPr txBox="1"/>
          <p:nvPr/>
        </p:nvSpPr>
        <p:spPr>
          <a:xfrm>
            <a:off x="457200" y="24505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0" name="Text 8"/>
          <p:cNvSpPr txBox="1"/>
          <p:nvPr/>
        </p:nvSpPr>
        <p:spPr>
          <a:xfrm>
            <a:off x="914400" y="2386584"/>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取りたい記録から逆算する</a:t>
            </a:r>
            <a:endParaRPr lang="en-US" sz="1700" dirty="0"/>
          </a:p>
        </p:txBody>
      </p:sp>
      <p:sp>
        <p:nvSpPr>
          <p:cNvPr id="11" name="Shape 9"/>
          <p:cNvSpPr/>
          <p:nvPr/>
        </p:nvSpPr>
        <p:spPr>
          <a:xfrm>
            <a:off x="457200" y="3054096"/>
            <a:ext cx="329184" cy="329184"/>
          </a:xfrm>
          <a:prstGeom prst="ellipse">
            <a:avLst/>
          </a:prstGeom>
          <a:solidFill>
            <a:srgbClr val="7A1524"/>
          </a:solidFill>
          <a:ln w="12700">
            <a:solidFill>
              <a:srgbClr val="7A1524"/>
            </a:solidFill>
            <a:prstDash val="solid"/>
          </a:ln>
        </p:spPr>
      </p:sp>
      <p:sp>
        <p:nvSpPr>
          <p:cNvPr id="12" name="Text 10"/>
          <p:cNvSpPr txBox="1"/>
          <p:nvPr/>
        </p:nvSpPr>
        <p:spPr>
          <a:xfrm>
            <a:off x="457200" y="30540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3" name="Text 11"/>
          <p:cNvSpPr txBox="1"/>
          <p:nvPr/>
        </p:nvSpPr>
        <p:spPr>
          <a:xfrm>
            <a:off x="914400" y="2990088"/>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プレッシャーを理解する</a:t>
            </a:r>
            <a:endParaRPr lang="en-US" sz="1700" dirty="0"/>
          </a:p>
        </p:txBody>
      </p:sp>
      <p:sp>
        <p:nvSpPr>
          <p:cNvPr id="14" name="Shape 12"/>
          <p:cNvSpPr/>
          <p:nvPr/>
        </p:nvSpPr>
        <p:spPr>
          <a:xfrm>
            <a:off x="457200" y="3657600"/>
            <a:ext cx="329184" cy="329184"/>
          </a:xfrm>
          <a:prstGeom prst="ellipse">
            <a:avLst/>
          </a:prstGeom>
          <a:solidFill>
            <a:srgbClr val="7A1524"/>
          </a:solidFill>
          <a:ln w="12700">
            <a:solidFill>
              <a:srgbClr val="7A1524"/>
            </a:solidFill>
            <a:prstDash val="solid"/>
          </a:ln>
        </p:spPr>
      </p:sp>
      <p:sp>
        <p:nvSpPr>
          <p:cNvPr id="15" name="Text 13"/>
          <p:cNvSpPr txBox="1"/>
          <p:nvPr/>
        </p:nvSpPr>
        <p:spPr>
          <a:xfrm>
            <a:off x="457200" y="3657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4</a:t>
            </a:r>
            <a:endParaRPr lang="en-US" sz="1300" dirty="0"/>
          </a:p>
        </p:txBody>
      </p:sp>
      <p:sp>
        <p:nvSpPr>
          <p:cNvPr id="16" name="Text 14"/>
          <p:cNvSpPr txBox="1"/>
          <p:nvPr/>
        </p:nvSpPr>
        <p:spPr>
          <a:xfrm>
            <a:off x="914400" y="3593592"/>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自分だけのルーティン</a:t>
            </a:r>
            <a:endParaRPr lang="en-US" sz="1700" dirty="0"/>
          </a:p>
        </p:txBody>
      </p:sp>
      <p:sp>
        <p:nvSpPr>
          <p:cNvPr id="17" name="Shape 15"/>
          <p:cNvSpPr/>
          <p:nvPr/>
        </p:nvSpPr>
        <p:spPr>
          <a:xfrm>
            <a:off x="457200" y="4261104"/>
            <a:ext cx="329184" cy="329184"/>
          </a:xfrm>
          <a:prstGeom prst="ellipse">
            <a:avLst/>
          </a:prstGeom>
          <a:solidFill>
            <a:srgbClr val="7A1524"/>
          </a:solidFill>
          <a:ln w="12700">
            <a:solidFill>
              <a:srgbClr val="7A1524"/>
            </a:solidFill>
            <a:prstDash val="solid"/>
          </a:ln>
        </p:spPr>
      </p:sp>
      <p:sp>
        <p:nvSpPr>
          <p:cNvPr id="18" name="Text 16"/>
          <p:cNvSpPr txBox="1"/>
          <p:nvPr/>
        </p:nvSpPr>
        <p:spPr>
          <a:xfrm>
            <a:off x="457200" y="42611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5</a:t>
            </a:r>
            <a:endParaRPr lang="en-US" sz="1300" dirty="0"/>
          </a:p>
        </p:txBody>
      </p:sp>
      <p:sp>
        <p:nvSpPr>
          <p:cNvPr id="19" name="Text 17"/>
          <p:cNvSpPr txBox="1"/>
          <p:nvPr/>
        </p:nvSpPr>
        <p:spPr>
          <a:xfrm>
            <a:off x="914400" y="4197096"/>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失敗しても崩れない</a:t>
            </a:r>
            <a:endParaRPr lang="en-US" sz="1700" dirty="0"/>
          </a:p>
        </p:txBody>
      </p:sp>
      <p:sp>
        <p:nvSpPr>
          <p:cNvPr id="20" name="Shape 18"/>
          <p:cNvSpPr/>
          <p:nvPr/>
        </p:nvSpPr>
        <p:spPr>
          <a:xfrm>
            <a:off x="4800600" y="1847088"/>
            <a:ext cx="329184" cy="329184"/>
          </a:xfrm>
          <a:prstGeom prst="ellipse">
            <a:avLst/>
          </a:prstGeom>
          <a:solidFill>
            <a:srgbClr val="7A1524"/>
          </a:solidFill>
          <a:ln w="12700">
            <a:solidFill>
              <a:srgbClr val="7A1524"/>
            </a:solidFill>
            <a:prstDash val="solid"/>
          </a:ln>
        </p:spPr>
      </p:sp>
      <p:sp>
        <p:nvSpPr>
          <p:cNvPr id="21" name="Text 19"/>
          <p:cNvSpPr txBox="1"/>
          <p:nvPr/>
        </p:nvSpPr>
        <p:spPr>
          <a:xfrm>
            <a:off x="4800600" y="18470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6</a:t>
            </a:r>
            <a:endParaRPr lang="en-US" sz="1300" dirty="0"/>
          </a:p>
        </p:txBody>
      </p:sp>
      <p:sp>
        <p:nvSpPr>
          <p:cNvPr id="22" name="Text 20"/>
          <p:cNvSpPr txBox="1"/>
          <p:nvPr/>
        </p:nvSpPr>
        <p:spPr>
          <a:xfrm>
            <a:off x="5257800" y="1783080"/>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自分の試合に集中する</a:t>
            </a:r>
            <a:endParaRPr lang="en-US" sz="1700" dirty="0"/>
          </a:p>
        </p:txBody>
      </p:sp>
      <p:sp>
        <p:nvSpPr>
          <p:cNvPr id="23" name="Shape 21"/>
          <p:cNvSpPr/>
          <p:nvPr/>
        </p:nvSpPr>
        <p:spPr>
          <a:xfrm>
            <a:off x="4800600" y="2450592"/>
            <a:ext cx="329184" cy="329184"/>
          </a:xfrm>
          <a:prstGeom prst="ellipse">
            <a:avLst/>
          </a:prstGeom>
          <a:solidFill>
            <a:srgbClr val="7A1524"/>
          </a:solidFill>
          <a:ln w="12700">
            <a:solidFill>
              <a:srgbClr val="7A1524"/>
            </a:solidFill>
            <a:prstDash val="solid"/>
          </a:ln>
        </p:spPr>
      </p:sp>
      <p:sp>
        <p:nvSpPr>
          <p:cNvPr id="24" name="Text 22"/>
          <p:cNvSpPr txBox="1"/>
          <p:nvPr/>
        </p:nvSpPr>
        <p:spPr>
          <a:xfrm>
            <a:off x="4800600" y="24505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7</a:t>
            </a:r>
            <a:endParaRPr lang="en-US" sz="1300" dirty="0"/>
          </a:p>
        </p:txBody>
      </p:sp>
      <p:sp>
        <p:nvSpPr>
          <p:cNvPr id="25" name="Text 23"/>
          <p:cNvSpPr txBox="1"/>
          <p:nvPr/>
        </p:nvSpPr>
        <p:spPr>
          <a:xfrm>
            <a:off x="5257800" y="2386584"/>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頑張る・休むを選ぶ</a:t>
            </a:r>
            <a:endParaRPr lang="en-US" sz="1700" dirty="0"/>
          </a:p>
        </p:txBody>
      </p:sp>
      <p:sp>
        <p:nvSpPr>
          <p:cNvPr id="26" name="Shape 24"/>
          <p:cNvSpPr/>
          <p:nvPr/>
        </p:nvSpPr>
        <p:spPr>
          <a:xfrm>
            <a:off x="4800600" y="3054096"/>
            <a:ext cx="329184" cy="329184"/>
          </a:xfrm>
          <a:prstGeom prst="ellipse">
            <a:avLst/>
          </a:prstGeom>
          <a:solidFill>
            <a:srgbClr val="7A1524"/>
          </a:solidFill>
          <a:ln w="12700">
            <a:solidFill>
              <a:srgbClr val="7A1524"/>
            </a:solidFill>
            <a:prstDash val="solid"/>
          </a:ln>
        </p:spPr>
      </p:sp>
      <p:sp>
        <p:nvSpPr>
          <p:cNvPr id="27" name="Text 25"/>
          <p:cNvSpPr txBox="1"/>
          <p:nvPr/>
        </p:nvSpPr>
        <p:spPr>
          <a:xfrm>
            <a:off x="4800600" y="30540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8</a:t>
            </a:r>
            <a:endParaRPr lang="en-US" sz="1300" dirty="0"/>
          </a:p>
        </p:txBody>
      </p:sp>
      <p:sp>
        <p:nvSpPr>
          <p:cNvPr id="28" name="Text 26"/>
          <p:cNvSpPr txBox="1"/>
          <p:nvPr/>
        </p:nvSpPr>
        <p:spPr>
          <a:xfrm>
            <a:off x="5257800" y="2990088"/>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自己信頼を育てる</a:t>
            </a:r>
            <a:endParaRPr lang="en-US" sz="1700" dirty="0"/>
          </a:p>
        </p:txBody>
      </p:sp>
      <p:sp>
        <p:nvSpPr>
          <p:cNvPr id="29" name="Shape 27"/>
          <p:cNvSpPr/>
          <p:nvPr/>
        </p:nvSpPr>
        <p:spPr>
          <a:xfrm>
            <a:off x="4800600" y="3657600"/>
            <a:ext cx="329184" cy="329184"/>
          </a:xfrm>
          <a:prstGeom prst="ellipse">
            <a:avLst/>
          </a:prstGeom>
          <a:solidFill>
            <a:srgbClr val="7A1524"/>
          </a:solidFill>
          <a:ln w="12700">
            <a:solidFill>
              <a:srgbClr val="7A1524"/>
            </a:solidFill>
            <a:prstDash val="solid"/>
          </a:ln>
        </p:spPr>
      </p:sp>
      <p:sp>
        <p:nvSpPr>
          <p:cNvPr id="30" name="Text 28"/>
          <p:cNvSpPr txBox="1"/>
          <p:nvPr/>
        </p:nvSpPr>
        <p:spPr>
          <a:xfrm>
            <a:off x="4800600" y="3657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9</a:t>
            </a:r>
            <a:endParaRPr lang="en-US" sz="1300" dirty="0"/>
          </a:p>
        </p:txBody>
      </p:sp>
      <p:sp>
        <p:nvSpPr>
          <p:cNvPr id="31" name="Text 29"/>
          <p:cNvSpPr txBox="1"/>
          <p:nvPr/>
        </p:nvSpPr>
        <p:spPr>
          <a:xfrm>
            <a:off x="5257800" y="3593592"/>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プランBを持つ</a:t>
            </a:r>
            <a:endParaRPr lang="en-US" sz="1700" dirty="0"/>
          </a:p>
        </p:txBody>
      </p:sp>
      <p:sp>
        <p:nvSpPr>
          <p:cNvPr id="32" name="Shape 30"/>
          <p:cNvSpPr/>
          <p:nvPr/>
        </p:nvSpPr>
        <p:spPr>
          <a:xfrm>
            <a:off x="4800600" y="4261104"/>
            <a:ext cx="329184" cy="329184"/>
          </a:xfrm>
          <a:prstGeom prst="ellipse">
            <a:avLst/>
          </a:prstGeom>
          <a:solidFill>
            <a:srgbClr val="7A1524"/>
          </a:solidFill>
          <a:ln w="12700">
            <a:solidFill>
              <a:srgbClr val="7A1524"/>
            </a:solidFill>
            <a:prstDash val="solid"/>
          </a:ln>
        </p:spPr>
      </p:sp>
      <p:sp>
        <p:nvSpPr>
          <p:cNvPr id="33" name="Text 31"/>
          <p:cNvSpPr txBox="1"/>
          <p:nvPr/>
        </p:nvSpPr>
        <p:spPr>
          <a:xfrm>
            <a:off x="4800600" y="42611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10</a:t>
            </a:r>
            <a:endParaRPr lang="en-US" sz="1300" dirty="0"/>
          </a:p>
        </p:txBody>
      </p:sp>
      <p:sp>
        <p:nvSpPr>
          <p:cNvPr id="34" name="Text 32"/>
          <p:cNvSpPr txBox="1"/>
          <p:nvPr/>
        </p:nvSpPr>
        <p:spPr>
          <a:xfrm>
            <a:off x="5257800" y="4197096"/>
            <a:ext cx="3657600" cy="457200"/>
          </a:xfrm>
          <a:prstGeom prst="rect">
            <a:avLst/>
          </a:prstGeom>
          <a:noFill/>
          <a:ln/>
        </p:spPr>
        <p:txBody>
          <a:bodyPr wrap="square" lIns="0" tIns="0" rIns="0" bIns="0" rtlCol="0" anchor="ctr"/>
          <a:lstStyle/>
          <a:p>
            <a:pPr indent="0" marL="0">
              <a:buNone/>
            </a:pPr>
            <a:r>
              <a:rPr lang="en-US" sz="1700" dirty="0">
                <a:solidFill>
                  <a:srgbClr val="3B3634"/>
                </a:solidFill>
                <a:latin typeface="Yu Gothic" pitchFamily="34" charset="0"/>
                <a:ea typeface="Yu Gothic" pitchFamily="34" charset="-122"/>
                <a:cs typeface="Yu Gothic" pitchFamily="34" charset="-120"/>
              </a:rPr>
              <a:t>自分だけの大会メンタルプラン</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540E19"/>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F0B9C3"/>
                </a:solidFill>
                <a:latin typeface="Yu Gothic" pitchFamily="34" charset="0"/>
                <a:ea typeface="Yu Gothic" pitchFamily="34" charset="-122"/>
                <a:cs typeface="Yu Gothic" pitchFamily="34" charset="-120"/>
              </a:rPr>
              <a:t>PHASE 7　講座のご案内</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8A6870"/>
                </a:solidFill>
                <a:latin typeface="Yu Gothic" pitchFamily="34" charset="0"/>
                <a:ea typeface="Yu Gothic" pitchFamily="34" charset="-122"/>
                <a:cs typeface="Yu Gothic" pitchFamily="34" charset="-120"/>
              </a:rPr>
              <a:t>34</a:t>
            </a:r>
            <a:endParaRPr lang="en-US" sz="1100" dirty="0"/>
          </a:p>
        </p:txBody>
      </p:sp>
      <p:sp>
        <p:nvSpPr>
          <p:cNvPr id="4" name="Text 2"/>
          <p:cNvSpPr txBox="1"/>
          <p:nvPr/>
        </p:nvSpPr>
        <p:spPr>
          <a:xfrm>
            <a:off x="457200" y="868680"/>
            <a:ext cx="8138160" cy="1188720"/>
          </a:xfrm>
          <a:prstGeom prst="rect">
            <a:avLst/>
          </a:prstGeom>
          <a:noFill/>
          <a:ln/>
        </p:spPr>
        <p:txBody>
          <a:bodyPr wrap="square" lIns="0" tIns="0" rIns="0" bIns="0" rtlCol="0" anchor="t"/>
          <a:lstStyle/>
          <a:p>
            <a:pPr algn="l" indent="0" marL="0">
              <a:lnSpc>
                <a:spcPts val="3480"/>
              </a:lnSpc>
              <a:buNone/>
            </a:pPr>
            <a:r>
              <a:rPr lang="en-US" sz="2400" b="1" dirty="0">
                <a:solidFill>
                  <a:srgbClr val="F0B9C3"/>
                </a:solidFill>
                <a:latin typeface="Yu Mincho" pitchFamily="34" charset="0"/>
                <a:ea typeface="Yu Mincho" pitchFamily="34" charset="-122"/>
                <a:cs typeface="Yu Mincho" pitchFamily="34" charset="-120"/>
              </a:rPr>
              <a:t>最終的に目指すのは</a:t>
            </a:r>
            <a:endParaRPr lang="en-US" sz="2400" dirty="0"/>
          </a:p>
        </p:txBody>
      </p:sp>
      <p:sp>
        <p:nvSpPr>
          <p:cNvPr id="5" name="Text 3"/>
          <p:cNvSpPr txBox="1"/>
          <p:nvPr/>
        </p:nvSpPr>
        <p:spPr>
          <a:xfrm>
            <a:off x="457200" y="1371600"/>
            <a:ext cx="7863840" cy="548640"/>
          </a:xfrm>
          <a:prstGeom prst="rect">
            <a:avLst/>
          </a:prstGeom>
          <a:noFill/>
          <a:ln/>
        </p:spPr>
        <p:txBody>
          <a:bodyPr wrap="square" lIns="0" tIns="0" rIns="0" bIns="0" rtlCol="0" anchor="ctr"/>
          <a:lstStyle/>
          <a:p>
            <a:pPr indent="0" marL="0">
              <a:buNone/>
            </a:pPr>
            <a:r>
              <a:rPr lang="en-US" sz="2200" dirty="0">
                <a:solidFill>
                  <a:srgbClr val="E8D3D7"/>
                </a:solidFill>
                <a:latin typeface="Yu Gothic" pitchFamily="34" charset="0"/>
                <a:ea typeface="Yu Gothic" pitchFamily="34" charset="-122"/>
                <a:cs typeface="Yu Gothic" pitchFamily="34" charset="-120"/>
              </a:rPr>
              <a:t>「緊張しない選手」ではありません。</a:t>
            </a:r>
            <a:endParaRPr lang="en-US" sz="2200" dirty="0"/>
          </a:p>
        </p:txBody>
      </p:sp>
      <p:sp>
        <p:nvSpPr>
          <p:cNvPr id="6" name="Text 4"/>
          <p:cNvSpPr txBox="1"/>
          <p:nvPr/>
        </p:nvSpPr>
        <p:spPr>
          <a:xfrm>
            <a:off x="457200" y="2057400"/>
            <a:ext cx="7863840" cy="1188720"/>
          </a:xfrm>
          <a:prstGeom prst="rect">
            <a:avLst/>
          </a:prstGeom>
          <a:noFill/>
          <a:ln/>
        </p:spPr>
        <p:txBody>
          <a:bodyPr wrap="square" lIns="0" tIns="0" rIns="0" bIns="0" rtlCol="0" anchor="ctr"/>
          <a:lstStyle/>
          <a:p>
            <a:pPr indent="0" marL="0">
              <a:lnSpc>
                <a:spcPts val="4200"/>
              </a:lnSpc>
              <a:buNone/>
            </a:pPr>
            <a:r>
              <a:rPr lang="en-US" sz="2700" b="1" dirty="0">
                <a:solidFill>
                  <a:srgbClr val="FFFFFF"/>
                </a:solidFill>
                <a:latin typeface="Yu Mincho" pitchFamily="34" charset="0"/>
                <a:ea typeface="Yu Mincho" pitchFamily="34" charset="-122"/>
                <a:cs typeface="Yu Mincho" pitchFamily="34" charset="-120"/>
              </a:rPr>
              <a:t>何が起きても、</a:t>
            </a:r>
            <a:endParaRPr lang="en-US" sz="2700" dirty="0"/>
          </a:p>
          <a:p>
            <a:pPr indent="0" marL="0">
              <a:lnSpc>
                <a:spcPts val="4200"/>
              </a:lnSpc>
              <a:buNone/>
            </a:pPr>
            <a:r>
              <a:rPr lang="en-US" sz="2700" b="1" dirty="0">
                <a:solidFill>
                  <a:srgbClr val="FFFFFF"/>
                </a:solidFill>
                <a:latin typeface="Yu Mincho" pitchFamily="34" charset="0"/>
                <a:ea typeface="Yu Mincho" pitchFamily="34" charset="-122"/>
                <a:cs typeface="Yu Mincho" pitchFamily="34" charset="-120"/>
              </a:rPr>
              <a:t>「自分が何をすればいいかわかる」</a:t>
            </a:r>
            <a:endParaRPr lang="en-US" sz="2700" dirty="0"/>
          </a:p>
        </p:txBody>
      </p:sp>
      <p:sp>
        <p:nvSpPr>
          <p:cNvPr id="7" name="Shape 5"/>
          <p:cNvSpPr/>
          <p:nvPr/>
        </p:nvSpPr>
        <p:spPr>
          <a:xfrm>
            <a:off x="457200" y="3611880"/>
            <a:ext cx="7863840" cy="868680"/>
          </a:xfrm>
          <a:prstGeom prst="roundRect">
            <a:avLst>
              <a:gd name="adj" fmla="val 8421"/>
            </a:avLst>
          </a:prstGeom>
          <a:solidFill>
            <a:srgbClr val="A02236"/>
          </a:solidFill>
          <a:ln w="12700">
            <a:solidFill>
              <a:srgbClr val="A02236"/>
            </a:solidFill>
            <a:prstDash val="solid"/>
          </a:ln>
        </p:spPr>
      </p:sp>
      <p:sp>
        <p:nvSpPr>
          <p:cNvPr id="8" name="Text 6"/>
          <p:cNvSpPr txBox="1"/>
          <p:nvPr/>
        </p:nvSpPr>
        <p:spPr>
          <a:xfrm>
            <a:off x="822960" y="3611880"/>
            <a:ext cx="7406640" cy="868680"/>
          </a:xfrm>
          <a:prstGeom prst="rect">
            <a:avLst/>
          </a:prstGeom>
          <a:noFill/>
          <a:ln/>
        </p:spPr>
        <p:txBody>
          <a:bodyPr wrap="square" lIns="0" tIns="0" rIns="0" bIns="0" rtlCol="0" anchor="ctr"/>
          <a:lstStyle/>
          <a:p>
            <a:pPr indent="0" marL="0">
              <a:buNone/>
            </a:pPr>
            <a:r>
              <a:rPr lang="en-US" sz="2000" b="1" dirty="0">
                <a:solidFill>
                  <a:srgbClr val="FFFFFF"/>
                </a:solidFill>
                <a:latin typeface="Yu Gothic" pitchFamily="34" charset="0"/>
                <a:ea typeface="Yu Gothic" pitchFamily="34" charset="-122"/>
                <a:cs typeface="Yu Gothic" pitchFamily="34" charset="-120"/>
              </a:rPr>
              <a:t>そして「試合が楽しみです」と言える選手へ。</a:t>
            </a:r>
            <a:endParaRPr lang="en-US" sz="2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7　講座のご案内</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35</a:t>
            </a:r>
            <a:endParaRPr lang="en-US" sz="1100" dirty="0"/>
          </a:p>
        </p:txBody>
      </p:sp>
      <p:sp>
        <p:nvSpPr>
          <p:cNvPr id="4" name="Text 2"/>
          <p:cNvSpPr txBox="1"/>
          <p:nvPr/>
        </p:nvSpPr>
        <p:spPr>
          <a:xfrm>
            <a:off x="457200" y="914400"/>
            <a:ext cx="8138160" cy="1188720"/>
          </a:xfrm>
          <a:prstGeom prst="rect">
            <a:avLst/>
          </a:prstGeom>
          <a:noFill/>
          <a:ln/>
        </p:spPr>
        <p:txBody>
          <a:bodyPr wrap="square" lIns="0" tIns="0" rIns="0" bIns="0" rtlCol="0" anchor="t"/>
          <a:lstStyle/>
          <a:p>
            <a:pPr algn="l" indent="0" marL="0">
              <a:lnSpc>
                <a:spcPts val="3770"/>
              </a:lnSpc>
              <a:buNone/>
            </a:pPr>
            <a:r>
              <a:rPr lang="en-US" sz="2600" b="1" dirty="0">
                <a:solidFill>
                  <a:srgbClr val="6B6360"/>
                </a:solidFill>
                <a:latin typeface="Yu Mincho" pitchFamily="34" charset="0"/>
                <a:ea typeface="Yu Mincho" pitchFamily="34" charset="-122"/>
                <a:cs typeface="Yu Mincho" pitchFamily="34" charset="-120"/>
              </a:rPr>
              <a:t>受講料</a:t>
            </a:r>
            <a:endParaRPr lang="en-US" sz="2600" dirty="0"/>
          </a:p>
        </p:txBody>
      </p:sp>
      <p:sp>
        <p:nvSpPr>
          <p:cNvPr id="5" name="Text 3"/>
          <p:cNvSpPr txBox="1"/>
          <p:nvPr/>
        </p:nvSpPr>
        <p:spPr>
          <a:xfrm>
            <a:off x="457200" y="1463040"/>
            <a:ext cx="7863840" cy="1371600"/>
          </a:xfrm>
          <a:prstGeom prst="rect">
            <a:avLst/>
          </a:prstGeom>
          <a:noFill/>
          <a:ln/>
        </p:spPr>
        <p:txBody>
          <a:bodyPr wrap="square" lIns="0" tIns="0" rIns="0" bIns="0" rtlCol="0" anchor="b"/>
          <a:lstStyle/>
          <a:p>
            <a:pPr indent="0" marL="0">
              <a:buNone/>
            </a:pPr>
            <a:r>
              <a:rPr lang="en-US" sz="8200" b="1" dirty="0">
                <a:solidFill>
                  <a:srgbClr val="7A1524"/>
                </a:solidFill>
                <a:latin typeface="Yu Mincho" pitchFamily="34" charset="0"/>
                <a:ea typeface="Yu Mincho" pitchFamily="34" charset="-122"/>
                <a:cs typeface="Yu Mincho" pitchFamily="34" charset="-120"/>
              </a:rPr>
              <a:t>98,000</a:t>
            </a:r>
            <a:pPr indent="0" marL="0">
              <a:buNone/>
            </a:pPr>
            <a:r>
              <a:rPr lang="en-US" sz="2400" b="1" dirty="0">
                <a:solidFill>
                  <a:srgbClr val="7A1524"/>
                </a:solidFill>
                <a:latin typeface="Yu Mincho" pitchFamily="34" charset="0"/>
                <a:ea typeface="Yu Mincho" pitchFamily="34" charset="-122"/>
                <a:cs typeface="Yu Mincho" pitchFamily="34" charset="-120"/>
              </a:rPr>
              <a:t>　円（税込）</a:t>
            </a:r>
            <a:endParaRPr lang="en-US" sz="8200" dirty="0"/>
          </a:p>
        </p:txBody>
      </p:sp>
      <p:sp>
        <p:nvSpPr>
          <p:cNvPr id="6" name="Shape 4"/>
          <p:cNvSpPr/>
          <p:nvPr/>
        </p:nvSpPr>
        <p:spPr>
          <a:xfrm>
            <a:off x="457200" y="3200400"/>
            <a:ext cx="1920240" cy="658368"/>
          </a:xfrm>
          <a:prstGeom prst="roundRect">
            <a:avLst>
              <a:gd name="adj" fmla="val 50000"/>
            </a:avLst>
          </a:prstGeom>
          <a:solidFill>
            <a:srgbClr val="FAF3F4"/>
          </a:solidFill>
          <a:ln w="12700">
            <a:solidFill>
              <a:srgbClr val="FAF3F4"/>
            </a:solidFill>
            <a:prstDash val="solid"/>
          </a:ln>
        </p:spPr>
      </p:sp>
      <p:sp>
        <p:nvSpPr>
          <p:cNvPr id="7" name="Text 5"/>
          <p:cNvSpPr txBox="1"/>
          <p:nvPr/>
        </p:nvSpPr>
        <p:spPr>
          <a:xfrm>
            <a:off x="457200" y="3200400"/>
            <a:ext cx="1920240" cy="658368"/>
          </a:xfrm>
          <a:prstGeom prst="rect">
            <a:avLst/>
          </a:prstGeom>
          <a:noFill/>
          <a:ln/>
        </p:spPr>
        <p:txBody>
          <a:bodyPr wrap="square" lIns="0" tIns="0" rIns="0" bIns="0" rtlCol="0" anchor="ctr"/>
          <a:lstStyle/>
          <a:p>
            <a:pPr algn="ctr" indent="0" marL="0">
              <a:buNone/>
            </a:pPr>
            <a:r>
              <a:rPr lang="en-US" sz="1700" b="1" dirty="0">
                <a:solidFill>
                  <a:srgbClr val="7A1524"/>
                </a:solidFill>
                <a:latin typeface="Yu Gothic" pitchFamily="34" charset="0"/>
                <a:ea typeface="Yu Gothic" pitchFamily="34" charset="-122"/>
                <a:cs typeface="Yu Gothic" pitchFamily="34" charset="-120"/>
              </a:rPr>
              <a:t>全10回</a:t>
            </a:r>
            <a:endParaRPr lang="en-US" sz="1700" dirty="0"/>
          </a:p>
        </p:txBody>
      </p:sp>
      <p:sp>
        <p:nvSpPr>
          <p:cNvPr id="8" name="Shape 6"/>
          <p:cNvSpPr/>
          <p:nvPr/>
        </p:nvSpPr>
        <p:spPr>
          <a:xfrm>
            <a:off x="2560320" y="3200400"/>
            <a:ext cx="1920240" cy="658368"/>
          </a:xfrm>
          <a:prstGeom prst="roundRect">
            <a:avLst>
              <a:gd name="adj" fmla="val 50000"/>
            </a:avLst>
          </a:prstGeom>
          <a:solidFill>
            <a:srgbClr val="FAF3F4"/>
          </a:solidFill>
          <a:ln w="12700">
            <a:solidFill>
              <a:srgbClr val="FAF3F4"/>
            </a:solidFill>
            <a:prstDash val="solid"/>
          </a:ln>
        </p:spPr>
      </p:sp>
      <p:sp>
        <p:nvSpPr>
          <p:cNvPr id="9" name="Text 7"/>
          <p:cNvSpPr txBox="1"/>
          <p:nvPr/>
        </p:nvSpPr>
        <p:spPr>
          <a:xfrm>
            <a:off x="2560320" y="3200400"/>
            <a:ext cx="1920240" cy="658368"/>
          </a:xfrm>
          <a:prstGeom prst="rect">
            <a:avLst/>
          </a:prstGeom>
          <a:noFill/>
          <a:ln/>
        </p:spPr>
        <p:txBody>
          <a:bodyPr wrap="square" lIns="0" tIns="0" rIns="0" bIns="0" rtlCol="0" anchor="ctr"/>
          <a:lstStyle/>
          <a:p>
            <a:pPr algn="ctr" indent="0" marL="0">
              <a:buNone/>
            </a:pPr>
            <a:r>
              <a:rPr lang="en-US" sz="1700" b="1" dirty="0">
                <a:solidFill>
                  <a:srgbClr val="7A1524"/>
                </a:solidFill>
                <a:latin typeface="Yu Gothic" pitchFamily="34" charset="0"/>
                <a:ea typeface="Yu Gothic" pitchFamily="34" charset="-122"/>
                <a:cs typeface="Yu Gothic" pitchFamily="34" charset="-120"/>
              </a:rPr>
              <a:t>1回60分</a:t>
            </a:r>
            <a:endParaRPr lang="en-US" sz="1700" dirty="0"/>
          </a:p>
        </p:txBody>
      </p:sp>
      <p:sp>
        <p:nvSpPr>
          <p:cNvPr id="10" name="Shape 8"/>
          <p:cNvSpPr/>
          <p:nvPr/>
        </p:nvSpPr>
        <p:spPr>
          <a:xfrm>
            <a:off x="4663440" y="3200400"/>
            <a:ext cx="1920240" cy="658368"/>
          </a:xfrm>
          <a:prstGeom prst="roundRect">
            <a:avLst>
              <a:gd name="adj" fmla="val 50000"/>
            </a:avLst>
          </a:prstGeom>
          <a:solidFill>
            <a:srgbClr val="FAF3F4"/>
          </a:solidFill>
          <a:ln w="12700">
            <a:solidFill>
              <a:srgbClr val="FAF3F4"/>
            </a:solidFill>
            <a:prstDash val="solid"/>
          </a:ln>
        </p:spPr>
      </p:sp>
      <p:sp>
        <p:nvSpPr>
          <p:cNvPr id="11" name="Text 9"/>
          <p:cNvSpPr txBox="1"/>
          <p:nvPr/>
        </p:nvSpPr>
        <p:spPr>
          <a:xfrm>
            <a:off x="4663440" y="3200400"/>
            <a:ext cx="1920240" cy="658368"/>
          </a:xfrm>
          <a:prstGeom prst="rect">
            <a:avLst/>
          </a:prstGeom>
          <a:noFill/>
          <a:ln/>
        </p:spPr>
        <p:txBody>
          <a:bodyPr wrap="square" lIns="0" tIns="0" rIns="0" bIns="0" rtlCol="0" anchor="ctr"/>
          <a:lstStyle/>
          <a:p>
            <a:pPr algn="ctr" indent="0" marL="0">
              <a:buNone/>
            </a:pPr>
            <a:r>
              <a:rPr lang="en-US" sz="1700" b="1" dirty="0">
                <a:solidFill>
                  <a:srgbClr val="7A1524"/>
                </a:solidFill>
                <a:latin typeface="Yu Gothic" pitchFamily="34" charset="0"/>
                <a:ea typeface="Yu Gothic" pitchFamily="34" charset="-122"/>
                <a:cs typeface="Yu Gothic" pitchFamily="34" charset="-120"/>
              </a:rPr>
              <a:t>完全1対1</a:t>
            </a:r>
            <a:endParaRPr lang="en-US" sz="1700" dirty="0"/>
          </a:p>
        </p:txBody>
      </p:sp>
      <p:sp>
        <p:nvSpPr>
          <p:cNvPr id="12" name="Shape 10"/>
          <p:cNvSpPr/>
          <p:nvPr/>
        </p:nvSpPr>
        <p:spPr>
          <a:xfrm>
            <a:off x="6766560" y="3200400"/>
            <a:ext cx="1920240" cy="658368"/>
          </a:xfrm>
          <a:prstGeom prst="roundRect">
            <a:avLst>
              <a:gd name="adj" fmla="val 50000"/>
            </a:avLst>
          </a:prstGeom>
          <a:solidFill>
            <a:srgbClr val="FAF3F4"/>
          </a:solidFill>
          <a:ln w="12700">
            <a:solidFill>
              <a:srgbClr val="FAF3F4"/>
            </a:solidFill>
            <a:prstDash val="solid"/>
          </a:ln>
        </p:spPr>
      </p:sp>
      <p:sp>
        <p:nvSpPr>
          <p:cNvPr id="13" name="Text 11"/>
          <p:cNvSpPr txBox="1"/>
          <p:nvPr/>
        </p:nvSpPr>
        <p:spPr>
          <a:xfrm>
            <a:off x="6766560" y="3200400"/>
            <a:ext cx="1920240" cy="658368"/>
          </a:xfrm>
          <a:prstGeom prst="rect">
            <a:avLst/>
          </a:prstGeom>
          <a:noFill/>
          <a:ln/>
        </p:spPr>
        <p:txBody>
          <a:bodyPr wrap="square" lIns="0" tIns="0" rIns="0" bIns="0" rtlCol="0" anchor="ctr"/>
          <a:lstStyle/>
          <a:p>
            <a:pPr algn="ctr" indent="0" marL="0">
              <a:buNone/>
            </a:pPr>
            <a:r>
              <a:rPr lang="en-US" sz="1700" b="1" dirty="0">
                <a:solidFill>
                  <a:srgbClr val="7A1524"/>
                </a:solidFill>
                <a:latin typeface="Yu Gothic" pitchFamily="34" charset="0"/>
                <a:ea typeface="Yu Gothic" pitchFamily="34" charset="-122"/>
                <a:cs typeface="Yu Gothic" pitchFamily="34" charset="-120"/>
              </a:rPr>
              <a:t>最長3か月</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7　講座のご案内</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36</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今回は5名限定です</a:t>
            </a:r>
            <a:endParaRPr lang="en-US" sz="3300" dirty="0"/>
          </a:p>
        </p:txBody>
      </p:sp>
      <p:sp>
        <p:nvSpPr>
          <p:cNvPr id="5" name="Text 3"/>
          <p:cNvSpPr txBox="1"/>
          <p:nvPr/>
        </p:nvSpPr>
        <p:spPr>
          <a:xfrm>
            <a:off x="457200" y="1737360"/>
            <a:ext cx="7863840" cy="411480"/>
          </a:xfrm>
          <a:prstGeom prst="rect">
            <a:avLst/>
          </a:prstGeom>
          <a:noFill/>
          <a:ln/>
        </p:spPr>
        <p:txBody>
          <a:bodyPr wrap="square" lIns="0" tIns="0" rIns="0" bIns="0" rtlCol="0" anchor="ctr"/>
          <a:lstStyle/>
          <a:p>
            <a:pPr indent="0" marL="0">
              <a:buNone/>
            </a:pPr>
            <a:r>
              <a:rPr lang="en-US" sz="1800" dirty="0">
                <a:solidFill>
                  <a:srgbClr val="3B3634"/>
                </a:solidFill>
                <a:latin typeface="Yu Gothic" pitchFamily="34" charset="0"/>
                <a:ea typeface="Yu Gothic" pitchFamily="34" charset="-122"/>
                <a:cs typeface="Yu Gothic" pitchFamily="34" charset="-120"/>
              </a:rPr>
              <a:t>たくさんの方へ一斉に教える講座ではありません。</a:t>
            </a:r>
            <a:endParaRPr lang="en-US" sz="1800" dirty="0"/>
          </a:p>
        </p:txBody>
      </p:sp>
      <p:sp>
        <p:nvSpPr>
          <p:cNvPr id="6" name="Text 4"/>
          <p:cNvSpPr txBox="1"/>
          <p:nvPr/>
        </p:nvSpPr>
        <p:spPr>
          <a:xfrm>
            <a:off x="640080" y="2240280"/>
            <a:ext cx="7680960" cy="1554480"/>
          </a:xfrm>
          <a:prstGeom prst="rect">
            <a:avLst/>
          </a:prstGeom>
          <a:noFill/>
          <a:ln/>
        </p:spPr>
        <p:txBody>
          <a:bodyPr wrap="square" lIns="0" tIns="0" rIns="0" bIns="0" rtlCol="0" anchor="ctr"/>
          <a:lstStyle/>
          <a:p>
            <a:pPr marL="342900" indent="-342900">
              <a:spcAft>
                <a:spcPts val="600"/>
              </a:spcAft>
              <a:buSzPct val="100000"/>
              <a:buChar char="•"/>
            </a:pPr>
            <a:r>
              <a:rPr lang="en-US" sz="1800" dirty="0">
                <a:solidFill>
                  <a:srgbClr val="3B3634"/>
                </a:solidFill>
                <a:latin typeface="Yu Gothic" pitchFamily="34" charset="0"/>
                <a:ea typeface="Yu Gothic" pitchFamily="34" charset="-122"/>
                <a:cs typeface="Yu Gothic" pitchFamily="34" charset="-120"/>
              </a:rPr>
              <a:t>次の大会</a:t>
            </a:r>
            <a:endParaRPr lang="en-US" sz="1800" dirty="0"/>
          </a:p>
          <a:p>
            <a:pPr marL="342900" indent="-342900">
              <a:spcAft>
                <a:spcPts val="600"/>
              </a:spcAft>
              <a:buSzPct val="100000"/>
              <a:buChar char="•"/>
            </a:pPr>
            <a:r>
              <a:rPr lang="en-US" sz="1800" dirty="0">
                <a:solidFill>
                  <a:srgbClr val="3B3634"/>
                </a:solidFill>
                <a:latin typeface="Yu Gothic" pitchFamily="34" charset="0"/>
                <a:ea typeface="Yu Gothic" pitchFamily="34" charset="-122"/>
                <a:cs typeface="Yu Gothic" pitchFamily="34" charset="-120"/>
              </a:rPr>
              <a:t>取りたい記録</a:t>
            </a:r>
            <a:endParaRPr lang="en-US" sz="1800" dirty="0"/>
          </a:p>
          <a:p>
            <a:pPr marL="342900" indent="-342900">
              <a:spcAft>
                <a:spcPts val="600"/>
              </a:spcAft>
              <a:buSzPct val="100000"/>
              <a:buChar char="•"/>
            </a:pPr>
            <a:r>
              <a:rPr lang="en-US" sz="1800" dirty="0">
                <a:solidFill>
                  <a:srgbClr val="3B3634"/>
                </a:solidFill>
                <a:latin typeface="Yu Gothic" pitchFamily="34" charset="0"/>
                <a:ea typeface="Yu Gothic" pitchFamily="34" charset="-122"/>
                <a:cs typeface="Yu Gothic" pitchFamily="34" charset="-120"/>
              </a:rPr>
              <a:t>過去の試合</a:t>
            </a:r>
            <a:endParaRPr lang="en-US" sz="1800" dirty="0"/>
          </a:p>
          <a:p>
            <a:pPr marL="342900" indent="-342900">
              <a:spcAft>
                <a:spcPts val="600"/>
              </a:spcAft>
              <a:buSzPct val="100000"/>
              <a:buChar char="•"/>
            </a:pPr>
            <a:r>
              <a:rPr lang="en-US" sz="1800" dirty="0">
                <a:solidFill>
                  <a:srgbClr val="3B3634"/>
                </a:solidFill>
                <a:latin typeface="Yu Gothic" pitchFamily="34" charset="0"/>
                <a:ea typeface="Yu Gothic" pitchFamily="34" charset="-122"/>
                <a:cs typeface="Yu Gothic" pitchFamily="34" charset="-120"/>
              </a:rPr>
              <a:t>考え方の特徴</a:t>
            </a:r>
            <a:endParaRPr lang="en-US" sz="1800" dirty="0"/>
          </a:p>
          <a:p>
            <a:pPr marL="342900" indent="-342900">
              <a:spcAft>
                <a:spcPts val="600"/>
              </a:spcAft>
              <a:buSzPct val="100000"/>
              <a:buChar char="•"/>
            </a:pPr>
            <a:r>
              <a:rPr lang="en-US" sz="1800" dirty="0">
                <a:solidFill>
                  <a:srgbClr val="3B3634"/>
                </a:solidFill>
                <a:latin typeface="Yu Gothic" pitchFamily="34" charset="0"/>
                <a:ea typeface="Yu Gothic" pitchFamily="34" charset="-122"/>
                <a:cs typeface="Yu Gothic" pitchFamily="34" charset="-120"/>
              </a:rPr>
              <a:t>その人に必要なメンタルスキル</a:t>
            </a:r>
            <a:endParaRPr lang="en-US" sz="1800" dirty="0"/>
          </a:p>
        </p:txBody>
      </p:sp>
      <p:sp>
        <p:nvSpPr>
          <p:cNvPr id="7" name="Shape 5"/>
          <p:cNvSpPr/>
          <p:nvPr/>
        </p:nvSpPr>
        <p:spPr>
          <a:xfrm>
            <a:off x="457200" y="3931920"/>
            <a:ext cx="7863840" cy="685800"/>
          </a:xfrm>
          <a:prstGeom prst="roundRect">
            <a:avLst>
              <a:gd name="adj" fmla="val 10667"/>
            </a:avLst>
          </a:prstGeom>
          <a:solidFill>
            <a:srgbClr val="540E19"/>
          </a:solidFill>
          <a:ln w="12700">
            <a:solidFill>
              <a:srgbClr val="540E19"/>
            </a:solidFill>
            <a:prstDash val="solid"/>
          </a:ln>
        </p:spPr>
      </p:sp>
      <p:sp>
        <p:nvSpPr>
          <p:cNvPr id="8" name="Text 6"/>
          <p:cNvSpPr txBox="1"/>
          <p:nvPr/>
        </p:nvSpPr>
        <p:spPr>
          <a:xfrm>
            <a:off x="822960" y="3931920"/>
            <a:ext cx="7406640" cy="685800"/>
          </a:xfrm>
          <a:prstGeom prst="rect">
            <a:avLst/>
          </a:prstGeom>
          <a:noFill/>
          <a:ln/>
        </p:spPr>
        <p:txBody>
          <a:bodyPr wrap="square" lIns="0" tIns="0" rIns="0" bIns="0" rtlCol="0" anchor="ctr"/>
          <a:lstStyle/>
          <a:p>
            <a:pPr indent="0" marL="0">
              <a:buNone/>
            </a:pPr>
            <a:r>
              <a:rPr lang="en-US" sz="1800" b="1" dirty="0">
                <a:solidFill>
                  <a:srgbClr val="FFFFFF"/>
                </a:solidFill>
                <a:latin typeface="Yu Gothic" pitchFamily="34" charset="0"/>
                <a:ea typeface="Yu Gothic" pitchFamily="34" charset="-122"/>
                <a:cs typeface="Yu Gothic" pitchFamily="34" charset="-120"/>
              </a:rPr>
              <a:t>一人ひとりを把握し、じっくり関わりたいから。</a:t>
            </a:r>
            <a:endParaRPr lang="en-US" sz="1800" dirty="0"/>
          </a:p>
        </p:txBody>
      </p:sp>
      <p:sp>
        <p:nvSpPr>
          <p:cNvPr id="9" name="Text 7"/>
          <p:cNvSpPr txBox="1"/>
          <p:nvPr/>
        </p:nvSpPr>
        <p:spPr>
          <a:xfrm>
            <a:off x="457200" y="4709160"/>
            <a:ext cx="7863840" cy="320040"/>
          </a:xfrm>
          <a:prstGeom prst="rect">
            <a:avLst/>
          </a:prstGeom>
          <a:noFill/>
          <a:ln/>
        </p:spPr>
        <p:txBody>
          <a:bodyPr wrap="square" lIns="0" tIns="0" rIns="0" bIns="0" rtlCol="0" anchor="ctr"/>
          <a:lstStyle/>
          <a:p>
            <a:pPr indent="0" marL="0">
              <a:buNone/>
            </a:pPr>
            <a:r>
              <a:rPr lang="en-US" sz="1400" dirty="0">
                <a:solidFill>
                  <a:srgbClr val="6B6360"/>
                </a:solidFill>
                <a:latin typeface="Yu Gothic" pitchFamily="34" charset="0"/>
                <a:ea typeface="Yu Gothic" pitchFamily="34" charset="-122"/>
                <a:cs typeface="Yu Gothic" pitchFamily="34" charset="-120"/>
              </a:rPr>
              <a:t>5名に達した時点で、今回の受付は終了します。</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8　クロージング</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37</a:t>
            </a:r>
            <a:endParaRPr lang="en-US" sz="1100" dirty="0"/>
          </a:p>
        </p:txBody>
      </p:sp>
      <p:sp>
        <p:nvSpPr>
          <p:cNvPr id="4" name="Text 2"/>
          <p:cNvSpPr txBox="1"/>
          <p:nvPr/>
        </p:nvSpPr>
        <p:spPr>
          <a:xfrm>
            <a:off x="457200" y="777240"/>
            <a:ext cx="8138160" cy="1188720"/>
          </a:xfrm>
          <a:prstGeom prst="rect">
            <a:avLst/>
          </a:prstGeom>
          <a:noFill/>
          <a:ln/>
        </p:spPr>
        <p:txBody>
          <a:bodyPr wrap="square" lIns="0" tIns="0" rIns="0" bIns="0" rtlCol="0" anchor="t"/>
          <a:lstStyle/>
          <a:p>
            <a:pPr algn="l" indent="0" marL="0">
              <a:lnSpc>
                <a:spcPts val="4785"/>
              </a:lnSpc>
              <a:buNone/>
            </a:pPr>
            <a:r>
              <a:rPr lang="en-US" sz="3300" b="1" dirty="0">
                <a:solidFill>
                  <a:srgbClr val="141416"/>
                </a:solidFill>
                <a:latin typeface="Yu Mincho" pitchFamily="34" charset="0"/>
                <a:ea typeface="Yu Mincho" pitchFamily="34" charset="-122"/>
                <a:cs typeface="Yu Mincho" pitchFamily="34" charset="-120"/>
              </a:rPr>
              <a:t>今日、決めなくて大丈夫です</a:t>
            </a:r>
            <a:endParaRPr lang="en-US" sz="3300" dirty="0"/>
          </a:p>
        </p:txBody>
      </p:sp>
      <p:sp>
        <p:nvSpPr>
          <p:cNvPr id="5" name="Text 3"/>
          <p:cNvSpPr txBox="1"/>
          <p:nvPr/>
        </p:nvSpPr>
        <p:spPr>
          <a:xfrm>
            <a:off x="457200" y="1783080"/>
            <a:ext cx="8229600" cy="914400"/>
          </a:xfrm>
          <a:prstGeom prst="rect">
            <a:avLst/>
          </a:prstGeom>
          <a:noFill/>
          <a:ln/>
        </p:spPr>
        <p:txBody>
          <a:bodyPr wrap="square" lIns="0" tIns="0" rIns="0" bIns="0" rtlCol="0" anchor="ctr"/>
          <a:lstStyle/>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持ち帰って、考えてください。</a:t>
            </a:r>
            <a:endParaRPr lang="en-US" sz="1800" dirty="0"/>
          </a:p>
          <a:p>
            <a:pPr indent="0" marL="0">
              <a:lnSpc>
                <a:spcPts val="3000"/>
              </a:lnSpc>
              <a:buNone/>
            </a:pPr>
            <a:r>
              <a:rPr lang="en-US" sz="1800" dirty="0">
                <a:solidFill>
                  <a:srgbClr val="3B3634"/>
                </a:solidFill>
                <a:latin typeface="Yu Gothic" pitchFamily="34" charset="0"/>
                <a:ea typeface="Yu Gothic" pitchFamily="34" charset="-122"/>
                <a:cs typeface="Yu Gothic" pitchFamily="34" charset="-120"/>
              </a:rPr>
              <a:t>ご家族やコーチに相談してからでも、まったく問題ありません。</a:t>
            </a:r>
            <a:endParaRPr lang="en-US" sz="1800" dirty="0"/>
          </a:p>
        </p:txBody>
      </p:sp>
      <p:sp>
        <p:nvSpPr>
          <p:cNvPr id="6" name="Shape 4"/>
          <p:cNvSpPr/>
          <p:nvPr/>
        </p:nvSpPr>
        <p:spPr>
          <a:xfrm>
            <a:off x="457200" y="2788920"/>
            <a:ext cx="8229600" cy="731520"/>
          </a:xfrm>
          <a:prstGeom prst="roundRect">
            <a:avLst>
              <a:gd name="adj" fmla="val 8750"/>
            </a:avLst>
          </a:prstGeom>
          <a:solidFill>
            <a:srgbClr val="FAF3F4"/>
          </a:solidFill>
          <a:ln w="12700">
            <a:solidFill>
              <a:srgbClr val="FAF3F4"/>
            </a:solidFill>
            <a:prstDash val="solid"/>
          </a:ln>
        </p:spPr>
      </p:sp>
      <p:sp>
        <p:nvSpPr>
          <p:cNvPr id="7" name="Text 5"/>
          <p:cNvSpPr txBox="1"/>
          <p:nvPr/>
        </p:nvSpPr>
        <p:spPr>
          <a:xfrm>
            <a:off x="822960" y="2788920"/>
            <a:ext cx="7498080" cy="73152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「やっぱり聞きたい」が出てきたら、いつでも連絡してください。</a:t>
            </a:r>
            <a:endParaRPr lang="en-US" sz="1800" dirty="0"/>
          </a:p>
        </p:txBody>
      </p:sp>
      <p:sp>
        <p:nvSpPr>
          <p:cNvPr id="8" name="Shape 6"/>
          <p:cNvSpPr/>
          <p:nvPr/>
        </p:nvSpPr>
        <p:spPr>
          <a:xfrm>
            <a:off x="457200" y="3749040"/>
            <a:ext cx="8229600" cy="868680"/>
          </a:xfrm>
          <a:prstGeom prst="roundRect">
            <a:avLst>
              <a:gd name="adj" fmla="val 8421"/>
            </a:avLst>
          </a:prstGeom>
          <a:solidFill>
            <a:srgbClr val="540E19"/>
          </a:solidFill>
          <a:ln w="12700">
            <a:solidFill>
              <a:srgbClr val="540E19"/>
            </a:solidFill>
            <a:prstDash val="solid"/>
          </a:ln>
        </p:spPr>
      </p:sp>
      <p:sp>
        <p:nvSpPr>
          <p:cNvPr id="9" name="Text 7"/>
          <p:cNvSpPr txBox="1"/>
          <p:nvPr/>
        </p:nvSpPr>
        <p:spPr>
          <a:xfrm>
            <a:off x="822960" y="3749040"/>
            <a:ext cx="7498080" cy="868680"/>
          </a:xfrm>
          <a:prstGeom prst="rect">
            <a:avLst/>
          </a:prstGeom>
          <a:noFill/>
          <a:ln/>
        </p:spPr>
        <p:txBody>
          <a:bodyPr wrap="square" lIns="0" tIns="0" rIns="0" bIns="0" rtlCol="0" anchor="ctr"/>
          <a:lstStyle/>
          <a:p>
            <a:pPr indent="0" marL="0">
              <a:lnSpc>
                <a:spcPts val="2600"/>
              </a:lnSpc>
              <a:buNone/>
            </a:pPr>
            <a:r>
              <a:rPr lang="en-US" sz="1800" b="1" dirty="0">
                <a:solidFill>
                  <a:srgbClr val="FFFFFF"/>
                </a:solidFill>
                <a:latin typeface="Yu Mincho" pitchFamily="34" charset="0"/>
                <a:ea typeface="Yu Mincho" pitchFamily="34" charset="-122"/>
                <a:cs typeface="Yu Mincho" pitchFamily="34" charset="-120"/>
              </a:rPr>
              <a:t>今日いちばん大事なのは、</a:t>
            </a:r>
            <a:endParaRPr lang="en-US" sz="1800" dirty="0"/>
          </a:p>
          <a:p>
            <a:pPr indent="0" marL="0">
              <a:lnSpc>
                <a:spcPts val="2600"/>
              </a:lnSpc>
              <a:buNone/>
            </a:pPr>
            <a:r>
              <a:rPr lang="en-US" sz="1800" b="1" dirty="0">
                <a:solidFill>
                  <a:srgbClr val="FFFFFF"/>
                </a:solidFill>
                <a:latin typeface="Yu Mincho" pitchFamily="34" charset="0"/>
                <a:ea typeface="Yu Mincho" pitchFamily="34" charset="-122"/>
                <a:cs typeface="Yu Mincho" pitchFamily="34" charset="-120"/>
              </a:rPr>
              <a:t>あなたが次の試合に向けて動き出せることです。</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5486400" cy="274320"/>
          </a:xfrm>
          <a:prstGeom prst="rect">
            <a:avLst/>
          </a:prstGeom>
          <a:noFill/>
          <a:ln/>
        </p:spPr>
        <p:txBody>
          <a:bodyPr wrap="square" lIns="0" tIns="0" rIns="0" bIns="0" rtlCol="0" anchor="ctr"/>
          <a:lstStyle/>
          <a:p>
            <a:pPr indent="0" marL="0">
              <a:buNone/>
            </a:pPr>
            <a:r>
              <a:rPr lang="en-US" sz="1200" b="1" spc="200" kern="0" dirty="0">
                <a:solidFill>
                  <a:srgbClr val="7A1524"/>
                </a:solidFill>
                <a:latin typeface="Yu Gothic" pitchFamily="34" charset="0"/>
                <a:ea typeface="Yu Gothic" pitchFamily="34" charset="-122"/>
                <a:cs typeface="Yu Gothic" pitchFamily="34" charset="-120"/>
              </a:rPr>
              <a:t>PHASE 8　クロージング</a:t>
            </a:r>
            <a:endParaRPr lang="en-US" sz="1200" dirty="0"/>
          </a:p>
        </p:txBody>
      </p:sp>
      <p:sp>
        <p:nvSpPr>
          <p:cNvPr id="3" name="Text 1"/>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6B6360"/>
                </a:solidFill>
                <a:latin typeface="Yu Gothic" pitchFamily="34" charset="0"/>
                <a:ea typeface="Yu Gothic" pitchFamily="34" charset="-122"/>
                <a:cs typeface="Yu Gothic" pitchFamily="34" charset="-120"/>
              </a:rPr>
              <a:t>38</a:t>
            </a:r>
            <a:endParaRPr lang="en-US" sz="1100" dirty="0"/>
          </a:p>
        </p:txBody>
      </p:sp>
      <p:sp>
        <p:nvSpPr>
          <p:cNvPr id="4" name="Text 2"/>
          <p:cNvSpPr txBox="1"/>
          <p:nvPr/>
        </p:nvSpPr>
        <p:spPr>
          <a:xfrm>
            <a:off x="457200" y="914400"/>
            <a:ext cx="7863840" cy="1188720"/>
          </a:xfrm>
          <a:prstGeom prst="rect">
            <a:avLst/>
          </a:prstGeom>
          <a:noFill/>
          <a:ln/>
        </p:spPr>
        <p:txBody>
          <a:bodyPr wrap="square" lIns="0" tIns="0" rIns="0" bIns="0" rtlCol="0" anchor="t"/>
          <a:lstStyle/>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今日話してみて、</a:t>
            </a:r>
            <a:endParaRPr lang="en-US" sz="3400" dirty="0"/>
          </a:p>
          <a:p>
            <a:pPr algn="l" indent="0" marL="0">
              <a:lnSpc>
                <a:spcPts val="4930"/>
              </a:lnSpc>
              <a:buNone/>
            </a:pPr>
            <a:r>
              <a:rPr lang="en-US" sz="3400" b="1" dirty="0">
                <a:solidFill>
                  <a:srgbClr val="141416"/>
                </a:solidFill>
                <a:latin typeface="Yu Mincho" pitchFamily="34" charset="0"/>
                <a:ea typeface="Yu Mincho" pitchFamily="34" charset="-122"/>
                <a:cs typeface="Yu Mincho" pitchFamily="34" charset="-120"/>
              </a:rPr>
              <a:t>何が一番印象に残りましたか？</a:t>
            </a:r>
            <a:endParaRPr lang="en-US" sz="3400" dirty="0"/>
          </a:p>
        </p:txBody>
      </p:sp>
      <p:sp>
        <p:nvSpPr>
          <p:cNvPr id="5" name="Shape 3"/>
          <p:cNvSpPr/>
          <p:nvPr/>
        </p:nvSpPr>
        <p:spPr>
          <a:xfrm>
            <a:off x="457200" y="2651760"/>
            <a:ext cx="7863840" cy="512064"/>
          </a:xfrm>
          <a:prstGeom prst="roundRect">
            <a:avLst>
              <a:gd name="adj" fmla="val 10714"/>
            </a:avLst>
          </a:prstGeom>
          <a:solidFill>
            <a:srgbClr val="FAF3F4"/>
          </a:solidFill>
          <a:ln w="12700">
            <a:solidFill>
              <a:srgbClr val="FAF3F4"/>
            </a:solidFill>
            <a:prstDash val="solid"/>
          </a:ln>
        </p:spPr>
      </p:sp>
      <p:sp>
        <p:nvSpPr>
          <p:cNvPr id="6" name="Text 4"/>
          <p:cNvSpPr txBox="1"/>
          <p:nvPr/>
        </p:nvSpPr>
        <p:spPr>
          <a:xfrm>
            <a:off x="713232" y="2651760"/>
            <a:ext cx="7406640" cy="512064"/>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今の自分に必要だと思ったこと</a:t>
            </a:r>
            <a:endParaRPr lang="en-US" sz="1900" dirty="0"/>
          </a:p>
        </p:txBody>
      </p:sp>
      <p:sp>
        <p:nvSpPr>
          <p:cNvPr id="7" name="Shape 5"/>
          <p:cNvSpPr/>
          <p:nvPr/>
        </p:nvSpPr>
        <p:spPr>
          <a:xfrm>
            <a:off x="457200" y="3255264"/>
            <a:ext cx="7863840" cy="512064"/>
          </a:xfrm>
          <a:prstGeom prst="roundRect">
            <a:avLst>
              <a:gd name="adj" fmla="val 10714"/>
            </a:avLst>
          </a:prstGeom>
          <a:solidFill>
            <a:srgbClr val="FAF3F4"/>
          </a:solidFill>
          <a:ln w="12700">
            <a:solidFill>
              <a:srgbClr val="FAF3F4"/>
            </a:solidFill>
            <a:prstDash val="solid"/>
          </a:ln>
        </p:spPr>
      </p:sp>
      <p:sp>
        <p:nvSpPr>
          <p:cNvPr id="8" name="Text 6"/>
          <p:cNvSpPr txBox="1"/>
          <p:nvPr/>
        </p:nvSpPr>
        <p:spPr>
          <a:xfrm>
            <a:off x="713232" y="3255264"/>
            <a:ext cx="7406640" cy="512064"/>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次の試合までに変えたいこと</a:t>
            </a:r>
            <a:endParaRPr lang="en-US" sz="1900" dirty="0"/>
          </a:p>
        </p:txBody>
      </p:sp>
      <p:sp>
        <p:nvSpPr>
          <p:cNvPr id="9" name="Shape 7"/>
          <p:cNvSpPr/>
          <p:nvPr/>
        </p:nvSpPr>
        <p:spPr>
          <a:xfrm>
            <a:off x="457200" y="3858768"/>
            <a:ext cx="7863840" cy="512064"/>
          </a:xfrm>
          <a:prstGeom prst="roundRect">
            <a:avLst>
              <a:gd name="adj" fmla="val 10714"/>
            </a:avLst>
          </a:prstGeom>
          <a:solidFill>
            <a:srgbClr val="FAF3F4"/>
          </a:solidFill>
          <a:ln w="12700">
            <a:solidFill>
              <a:srgbClr val="FAF3F4"/>
            </a:solidFill>
            <a:prstDash val="solid"/>
          </a:ln>
        </p:spPr>
      </p:sp>
      <p:sp>
        <p:nvSpPr>
          <p:cNvPr id="10" name="Text 8"/>
          <p:cNvSpPr txBox="1"/>
          <p:nvPr/>
        </p:nvSpPr>
        <p:spPr>
          <a:xfrm>
            <a:off x="713232" y="3858768"/>
            <a:ext cx="7406640" cy="512064"/>
          </a:xfrm>
          <a:prstGeom prst="rect">
            <a:avLst/>
          </a:prstGeom>
          <a:noFill/>
          <a:ln/>
        </p:spPr>
        <p:txBody>
          <a:bodyPr wrap="square" lIns="0" tIns="0" rIns="0" bIns="0" rtlCol="0" anchor="ctr"/>
          <a:lstStyle/>
          <a:p>
            <a:pPr indent="0" marL="0">
              <a:buNone/>
            </a:pPr>
            <a:r>
              <a:rPr lang="en-US" sz="1900" dirty="0">
                <a:solidFill>
                  <a:srgbClr val="3B3634"/>
                </a:solidFill>
                <a:latin typeface="Yu Gothic" pitchFamily="34" charset="0"/>
                <a:ea typeface="Yu Gothic" pitchFamily="34" charset="-122"/>
                <a:cs typeface="Yu Gothic" pitchFamily="34" charset="-120"/>
              </a:rPr>
              <a:t>聞いておきたいこと</a:t>
            </a:r>
            <a:endParaRPr lang="en-US" sz="1900" dirty="0"/>
          </a:p>
        </p:txBody>
      </p:sp>
      <p:sp>
        <p:nvSpPr>
          <p:cNvPr id="11" name="Text 9"/>
          <p:cNvSpPr txBox="1"/>
          <p:nvPr/>
        </p:nvSpPr>
        <p:spPr>
          <a:xfrm>
            <a:off x="457200" y="4572000"/>
            <a:ext cx="7863840" cy="411480"/>
          </a:xfrm>
          <a:prstGeom prst="rect">
            <a:avLst/>
          </a:prstGeom>
          <a:noFill/>
          <a:ln/>
        </p:spPr>
        <p:txBody>
          <a:bodyPr wrap="square" lIns="0" tIns="0" rIns="0" bIns="0" rtlCol="0" anchor="ctr"/>
          <a:lstStyle/>
          <a:p>
            <a:pPr indent="0" marL="0">
              <a:buNone/>
            </a:pPr>
            <a:r>
              <a:rPr lang="en-US" sz="1800" b="1" dirty="0">
                <a:solidFill>
                  <a:srgbClr val="7A1524"/>
                </a:solidFill>
                <a:latin typeface="Yu Gothic" pitchFamily="34" charset="0"/>
                <a:ea typeface="Yu Gothic" pitchFamily="34" charset="-122"/>
                <a:cs typeface="Yu Gothic" pitchFamily="34" charset="-120"/>
              </a:rPr>
              <a:t>まず、あなたの感想を聞かせてください。</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540E19"/>
        </a:solidFill>
      </p:bgPr>
    </p:bg>
    <p:spTree>
      <p:nvGrpSpPr>
        <p:cNvPr id="1" name=""/>
        <p:cNvGrpSpPr/>
        <p:nvPr/>
      </p:nvGrpSpPr>
      <p:grpSpPr>
        <a:xfrm>
          <a:off x="0" y="0"/>
          <a:ext cx="0" cy="0"/>
          <a:chOff x="0" y="0"/>
          <a:chExt cx="0" cy="0"/>
        </a:xfrm>
      </p:grpSpPr>
      <p:sp>
        <p:nvSpPr>
          <p:cNvPr id="2" name="Text 0"/>
          <p:cNvSpPr txBox="1"/>
          <p:nvPr/>
        </p:nvSpPr>
        <p:spPr>
          <a:xfrm>
            <a:off x="8138160" y="4576572"/>
            <a:ext cx="548640" cy="274320"/>
          </a:xfrm>
          <a:prstGeom prst="rect">
            <a:avLst/>
          </a:prstGeom>
          <a:noFill/>
          <a:ln/>
        </p:spPr>
        <p:txBody>
          <a:bodyPr wrap="square" lIns="0" tIns="0" rIns="0" bIns="0" rtlCol="0" anchor="ctr"/>
          <a:lstStyle/>
          <a:p>
            <a:pPr algn="r" indent="0" marL="0">
              <a:buNone/>
            </a:pPr>
            <a:r>
              <a:rPr lang="en-US" sz="1100" dirty="0">
                <a:solidFill>
                  <a:srgbClr val="8A6870"/>
                </a:solidFill>
                <a:latin typeface="Yu Gothic" pitchFamily="34" charset="0"/>
                <a:ea typeface="Yu Gothic" pitchFamily="34" charset="-122"/>
                <a:cs typeface="Yu Gothic" pitchFamily="34" charset="-120"/>
              </a:rPr>
              <a:t>39</a:t>
            </a:r>
            <a:endParaRPr lang="en-US" sz="1100" dirty="0"/>
          </a:p>
        </p:txBody>
      </p:sp>
      <p:pic>
        <p:nvPicPr>
          <p:cNvPr id="3" name="Image 0" descr="images/closing-dark.jpg">    </p:cNvPr>
          <p:cNvPicPr>
            <a:picLocks noChangeAspect="1"/>
          </p:cNvPicPr>
          <p:nvPr/>
        </p:nvPicPr>
        <p:blipFill>
          <a:blip r:embed="rId1"/>
          <a:srcRect l="0" r="0" t="0" b="0"/>
          <a:stretch/>
        </p:blipFill>
        <p:spPr>
          <a:xfrm>
            <a:off x="0" y="0"/>
            <a:ext cx="9144000" cy="5143500"/>
          </a:xfrm>
          <a:prstGeom prst="rect">
            <a:avLst/>
          </a:prstGeom>
        </p:spPr>
      </p:pic>
      <p:sp>
        <p:nvSpPr>
          <p:cNvPr id="4" name="Text 1"/>
          <p:cNvSpPr txBox="1"/>
          <p:nvPr/>
        </p:nvSpPr>
        <p:spPr>
          <a:xfrm>
            <a:off x="640080" y="960120"/>
            <a:ext cx="7863840" cy="1371600"/>
          </a:xfrm>
          <a:prstGeom prst="rect">
            <a:avLst/>
          </a:prstGeom>
          <a:noFill/>
          <a:ln/>
        </p:spPr>
        <p:txBody>
          <a:bodyPr wrap="square" lIns="0" tIns="0" rIns="0" bIns="0" rtlCol="0" anchor="ctr"/>
          <a:lstStyle/>
          <a:p>
            <a:pPr algn="ctr" indent="0" marL="0">
              <a:lnSpc>
                <a:spcPts val="5000"/>
              </a:lnSpc>
              <a:buNone/>
            </a:pPr>
            <a:r>
              <a:rPr lang="en-US" sz="3200" b="1" dirty="0">
                <a:solidFill>
                  <a:srgbClr val="FFFFFF"/>
                </a:solidFill>
                <a:latin typeface="Yu Mincho" pitchFamily="34" charset="0"/>
                <a:ea typeface="Yu Mincho" pitchFamily="34" charset="-122"/>
                <a:cs typeface="Yu Mincho" pitchFamily="34" charset="-120"/>
              </a:rPr>
              <a:t>次の試合で変えたいのは、</a:t>
            </a:r>
            <a:endParaRPr lang="en-US" sz="3200" dirty="0"/>
          </a:p>
          <a:p>
            <a:pPr algn="ctr" indent="0" marL="0">
              <a:lnSpc>
                <a:spcPts val="5000"/>
              </a:lnSpc>
              <a:buNone/>
            </a:pPr>
            <a:r>
              <a:rPr lang="en-US" sz="3200" b="1" dirty="0">
                <a:solidFill>
                  <a:srgbClr val="FFFFFF"/>
                </a:solidFill>
                <a:latin typeface="Yu Mincho" pitchFamily="34" charset="0"/>
                <a:ea typeface="Yu Mincho" pitchFamily="34" charset="-122"/>
                <a:cs typeface="Yu Mincho" pitchFamily="34" charset="-120"/>
              </a:rPr>
              <a:t>重量だけでしょうか。</a:t>
            </a:r>
            <a:endParaRPr lang="en-US" sz="3200" dirty="0"/>
          </a:p>
        </p:txBody>
      </p:sp>
      <p:sp>
        <p:nvSpPr>
          <p:cNvPr id="5" name="Text 2"/>
          <p:cNvSpPr txBox="1"/>
          <p:nvPr/>
        </p:nvSpPr>
        <p:spPr>
          <a:xfrm>
            <a:off x="640080" y="2651760"/>
            <a:ext cx="7863840" cy="457200"/>
          </a:xfrm>
          <a:prstGeom prst="rect">
            <a:avLst/>
          </a:prstGeom>
          <a:noFill/>
          <a:ln/>
        </p:spPr>
        <p:txBody>
          <a:bodyPr wrap="square" lIns="0" tIns="0" rIns="0" bIns="0" rtlCol="0" anchor="ctr"/>
          <a:lstStyle/>
          <a:p>
            <a:pPr algn="ctr" indent="0" marL="0">
              <a:buNone/>
            </a:pPr>
            <a:r>
              <a:rPr lang="en-US" sz="1900" dirty="0">
                <a:solidFill>
                  <a:srgbClr val="F2E7E9"/>
                </a:solidFill>
                <a:latin typeface="Yu Gothic" pitchFamily="34" charset="0"/>
                <a:ea typeface="Yu Gothic" pitchFamily="34" charset="-122"/>
                <a:cs typeface="Yu Gothic" pitchFamily="34" charset="-120"/>
              </a:rPr>
              <a:t>身体を準備する。技術を準備する。そして、メンタルも準備する。</a:t>
            </a:r>
            <a:endParaRPr lang="en-US" sz="1900" dirty="0"/>
          </a:p>
        </p:txBody>
      </p:sp>
      <p:sp>
        <p:nvSpPr>
          <p:cNvPr id="6" name="Shape 3"/>
          <p:cNvSpPr/>
          <p:nvPr/>
        </p:nvSpPr>
        <p:spPr>
          <a:xfrm>
            <a:off x="1828800" y="3429000"/>
            <a:ext cx="5486400" cy="914400"/>
          </a:xfrm>
          <a:prstGeom prst="roundRect">
            <a:avLst>
              <a:gd name="adj" fmla="val 10000"/>
            </a:avLst>
          </a:prstGeom>
          <a:solidFill>
            <a:srgbClr val="FFFFFF"/>
          </a:solidFill>
          <a:ln w="12700">
            <a:solidFill>
              <a:srgbClr val="FFFFFF"/>
            </a:solidFill>
            <a:prstDash val="solid"/>
          </a:ln>
        </p:spPr>
      </p:sp>
      <p:sp>
        <p:nvSpPr>
          <p:cNvPr id="7" name="Text 4"/>
          <p:cNvSpPr txBox="1"/>
          <p:nvPr/>
        </p:nvSpPr>
        <p:spPr>
          <a:xfrm>
            <a:off x="1828800" y="3429000"/>
            <a:ext cx="5486400" cy="914400"/>
          </a:xfrm>
          <a:prstGeom prst="rect">
            <a:avLst/>
          </a:prstGeom>
          <a:noFill/>
          <a:ln/>
        </p:spPr>
        <p:txBody>
          <a:bodyPr wrap="square" lIns="0" tIns="0" rIns="0" bIns="0" rtlCol="0" anchor="ctr"/>
          <a:lstStyle/>
          <a:p>
            <a:pPr algn="ctr" indent="0" marL="0">
              <a:lnSpc>
                <a:spcPts val="2800"/>
              </a:lnSpc>
              <a:buNone/>
            </a:pPr>
            <a:r>
              <a:rPr lang="en-US" sz="1800" b="1" dirty="0">
                <a:solidFill>
                  <a:srgbClr val="540E19"/>
                </a:solidFill>
                <a:latin typeface="Yu Gothic" pitchFamily="34" charset="0"/>
                <a:ea typeface="Yu Gothic" pitchFamily="34" charset="-122"/>
                <a:cs typeface="Yu Gothic" pitchFamily="34" charset="-120"/>
              </a:rPr>
              <a:t>ここぞの一本で、積み重ねてきた力を</a:t>
            </a:r>
            <a:endParaRPr lang="en-US" sz="1800" dirty="0"/>
          </a:p>
          <a:p>
            <a:pPr algn="ctr" indent="0" marL="0">
              <a:lnSpc>
                <a:spcPts val="2800"/>
              </a:lnSpc>
              <a:buNone/>
            </a:pPr>
            <a:r>
              <a:rPr lang="en-US" sz="1800" b="1" dirty="0">
                <a:solidFill>
                  <a:srgbClr val="540E19"/>
                </a:solidFill>
                <a:latin typeface="Yu Gothic" pitchFamily="34" charset="0"/>
                <a:ea typeface="Yu Gothic" pitchFamily="34" charset="-122"/>
                <a:cs typeface="Yu Gothic" pitchFamily="34" charset="-120"/>
              </a:rPr>
              <a:t>発揮できる選手へ。</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パワーリフターのための実践メンタルトレーニング｜無料個別相談</dc:title>
  <dc:subject>PptxGenJS Presentation</dc:subject>
  <dc:creator>しおりん</dc:creator>
  <cp:lastModifiedBy>しおりん</cp:lastModifiedBy>
  <cp:revision>1</cp:revision>
  <dcterms:created xsi:type="dcterms:W3CDTF">2026-09-09T13:44:31Z</dcterms:created>
  <dcterms:modified xsi:type="dcterms:W3CDTF">2026-09-09T13:44:31Z</dcterms:modified>
</cp:coreProperties>
</file>