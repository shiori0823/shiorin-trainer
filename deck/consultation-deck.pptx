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　現在地を知る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次の試合で、</a:t>
            </a:r>
            <a:endParaRPr lang="en-US" sz="4000" dirty="0"/>
          </a:p>
          <a:p>
            <a:pPr algn="l"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絶対に取りたい一本は</a:t>
            </a:r>
            <a:endParaRPr lang="en-US" sz="4000" dirty="0"/>
          </a:p>
          <a:p>
            <a:pPr algn="l"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ありますか？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7490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今日はまず、あなたの次の試合について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聞かせてください。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　現在地を知る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次の試合で目指していること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92024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次の試合はいつ？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578608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57860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絶対に取りたい記録は？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236976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236976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標準突破？　PB？　順位？　優勝？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まず「どこへ行きたいか」を一緒に明確にします。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　現在地を知る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01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その目標を考えた時、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どんな気持ちになりますか？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2697480"/>
            <a:ext cx="7863840" cy="530352"/>
          </a:xfrm>
          <a:prstGeom prst="roundRect">
            <a:avLst>
              <a:gd name="adj" fmla="val 10345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2697480"/>
            <a:ext cx="7406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楽しみ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3319272"/>
            <a:ext cx="7863840" cy="530352"/>
          </a:xfrm>
          <a:prstGeom prst="roundRect">
            <a:avLst>
              <a:gd name="adj" fmla="val 10345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3319272"/>
            <a:ext cx="7406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「できるかな」という不安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941064"/>
            <a:ext cx="7863840" cy="530352"/>
          </a:xfrm>
          <a:prstGeom prst="roundRect">
            <a:avLst>
              <a:gd name="adj" fmla="val 10345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41064"/>
            <a:ext cx="7406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「失敗したらどうしよう」という不安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　現在地を知る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今、一番気になっていることは？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863840" cy="438912"/>
          </a:xfrm>
          <a:prstGeom prst="roundRect">
            <a:avLst>
              <a:gd name="adj" fmla="val 125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78308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大事な重量になると怖い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313432"/>
            <a:ext cx="7863840" cy="438912"/>
          </a:xfrm>
          <a:prstGeom prst="roundRect">
            <a:avLst>
              <a:gd name="adj" fmla="val 125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313432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練習ではできるのに試合で出せない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43784"/>
            <a:ext cx="7863840" cy="438912"/>
          </a:xfrm>
          <a:prstGeom prst="roundRect">
            <a:avLst>
              <a:gd name="adj" fmla="val 125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843784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一本失敗すると、その後も影響する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7863840" cy="438912"/>
          </a:xfrm>
          <a:prstGeom prst="roundRect">
            <a:avLst>
              <a:gd name="adj" fmla="val 125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3374136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順位や相手が気になる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57200" y="3904488"/>
            <a:ext cx="7863840" cy="438912"/>
          </a:xfrm>
          <a:prstGeom prst="roundRect">
            <a:avLst>
              <a:gd name="adj" fmla="val 125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3232" y="3904488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自分を信じて試技に入りたい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5262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今日、一番整理したいことを教えてください。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私も昔は、</a:t>
            </a:r>
            <a:endParaRPr lang="en-US" sz="3300" dirty="0"/>
          </a:p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「メンタルが強い人が勝つ」</a:t>
            </a:r>
            <a:endParaRPr lang="en-US" sz="3300" dirty="0"/>
          </a:p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と思っていました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0632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試合1か月前から、頭の中は試合のことでいっぱい。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「失敗したらどうしよう」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そんな不安が出るたびに、「できる、できる」と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必死に塗り替えていました。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でも、不安は消えなかった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06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「こんなことを考えたら、</a:t>
            </a:r>
            <a:endParaRPr lang="en-US" sz="22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本当に失敗するかも」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10896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不安そのものだけでなく、不安になっている自分まで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怖くなっていました。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そして実際に、想像していたような結果になったことも。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100" dirty="0"/>
          </a:p>
        </p:txBody>
      </p:sp>
      <p:pic>
        <p:nvPicPr>
          <p:cNvPr id="4" name="Image 0" descr="../note/images/01-squa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0"/>
            <a:ext cx="4114800" cy="51435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8229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2023年度</a:t>
            </a:r>
            <a:endParaRPr lang="en-US" sz="3300" dirty="0"/>
          </a:p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日本グランプリ</a:t>
            </a:r>
            <a:endParaRPr lang="en-US" sz="3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24028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練習は、とても順調。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ところが試合直前に体調不良。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点滴を打ち、なんとか出場できたものの、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予定していた重量から大幅に下げることに。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114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「しょうがない。今じゃなかった。」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100" dirty="0"/>
          </a:p>
        </p:txBody>
      </p:sp>
      <p:pic>
        <p:nvPicPr>
          <p:cNvPr id="4" name="Image 0" descr="../note/images/02-podi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0"/>
            <a:ext cx="4114800" cy="51435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77724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でも、その試合で</a:t>
            </a:r>
            <a:endParaRPr lang="en-US" sz="2900" dirty="0"/>
          </a:p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全部が決まった</a:t>
            </a:r>
            <a:endParaRPr lang="en-US" sz="2900" dirty="0"/>
          </a:p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わけではなかった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56032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その試合が終わっても、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積み重ねてきたものはなくなりません。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また自分にできることを続ける。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そして同じ2023年度、日本一に。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100" dirty="0"/>
          </a:p>
        </p:txBody>
      </p:sp>
      <p:pic>
        <p:nvPicPr>
          <p:cNvPr id="4" name="Image 0" descr="../note/images/03-deadlif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0"/>
            <a:ext cx="4114800" cy="51435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82296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今は、世界大会さえ</a:t>
            </a:r>
            <a:endParaRPr lang="en-US" sz="3200" dirty="0"/>
          </a:p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「楽しい」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148840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「私は今、この舞台に立っているんだ」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と思うと、緊張以上にワクワクしていました。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不安がゼロになったからではありません。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その時、自分に何ができるのかが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わかるようになったからです。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メンタルについて、</a:t>
            </a:r>
            <a:endParaRPr lang="en-US" sz="3000" dirty="0"/>
          </a:p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こんなふうに思っていませんか？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340864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286000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強い人が勝つ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3017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2962656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不安は消さなければいけない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57200" y="3694176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694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639312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本番に弱いのは性格だから仕方ない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実は私は、全部そう思っていました。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①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「メンタルが強い人が勝つ」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7863840" cy="731520"/>
          </a:xfrm>
          <a:prstGeom prst="roundRect">
            <a:avLst>
              <a:gd name="adj" fmla="val 875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必要なのは「強い気持ち」より、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大事な場面で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「何をするかがわかること」。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②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「不安は消さないといけない」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7863840" cy="731520"/>
          </a:xfrm>
          <a:prstGeom prst="roundRect">
            <a:avLst>
              <a:gd name="adj" fmla="val 875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塗り替えなくていい。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まず「私は今、不安なんだ」とわかる。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そして「何が不安なの？」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を整理する。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③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「私は本番に弱い」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7863840" cy="731520"/>
          </a:xfrm>
          <a:prstGeom prst="roundRect">
            <a:avLst>
              <a:gd name="adj" fmla="val 875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決めつけないで。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「どんな場面で、どうなりやすい？」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を知る。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性格ではなく、パターンとして見る。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4124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私がたどり着いた答え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自分しか、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自分のメンタルは変えられない。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971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8D3D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でも逆に言えば、自分で変えることができる。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3703320"/>
            <a:ext cx="7863840" cy="822960"/>
          </a:xfrm>
          <a:prstGeom prst="roundRect">
            <a:avLst>
              <a:gd name="adj" fmla="val 8889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メンタルは、トレーニングできるスキルです。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メンタルトレーニングは</a:t>
            </a:r>
            <a:endParaRPr lang="en-US" sz="2900" dirty="0"/>
          </a:p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「前向きになる練習」ではない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2157984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157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103120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今の状態がわかる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2596896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原因がわかる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145536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455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090672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自分で変えられることがわかる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3639312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639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584448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次の行動を決める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" y="4133088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133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4078224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実際にやってみる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5720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この繰り返しです。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まず、不安を分解する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「試合が不安」だけでは、何をしたらいいかわかりません。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7863840" cy="621792"/>
          </a:xfrm>
          <a:prstGeom prst="roundRect">
            <a:avLst>
              <a:gd name="adj" fmla="val 882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68880"/>
            <a:ext cx="7406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たとえば「3本目を失敗するのが怖い」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182112"/>
            <a:ext cx="7863840" cy="621792"/>
          </a:xfrm>
          <a:prstGeom prst="roundRect">
            <a:avLst>
              <a:gd name="adj" fmla="val 882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182112"/>
            <a:ext cx="7406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さらに「その失敗で、その後まで気持ちが崩れるのが怖い」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114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ここまでわかると、対策できます。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次に、変えられることを分ける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自分では変えられないこと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相手の重量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審判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順位の動き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試合進行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754880" y="17830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074920" y="242316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呼吸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アップ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考えること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一本前の行動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失敗後の行動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一本失敗したら、その試合は終わり？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3931920" cy="1051560"/>
          </a:xfrm>
          <a:prstGeom prst="roundRect">
            <a:avLst>
              <a:gd name="adj" fmla="val 608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373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「失敗した」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これは事実。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1737360"/>
            <a:ext cx="3931920" cy="1051560"/>
          </a:xfrm>
          <a:prstGeom prst="roundRect">
            <a:avLst>
              <a:gd name="adj" fmla="val 6087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74920" y="17373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「今日はもうダメだ」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これは評価。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17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この2つを分けます。失敗した時ほど、次の3つを整理する。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3611880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何が起きた？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4142232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142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4087368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何を変える？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4617720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4617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562856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もう考えなくていいことは？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目標は3種類に分ける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863840" cy="676656"/>
          </a:xfrm>
          <a:prstGeom prst="roundRect">
            <a:avLst>
              <a:gd name="adj" fmla="val 9459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結果目標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1783080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「優勝する」「標準を取る」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569464"/>
            <a:ext cx="7863840" cy="676656"/>
          </a:xfrm>
          <a:prstGeom prst="roundRect">
            <a:avLst>
              <a:gd name="adj" fmla="val 9459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69464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パフォーマンス目標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569464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「○kgを成功させる」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3355848"/>
            <a:ext cx="7863840" cy="676656"/>
          </a:xfrm>
          <a:prstGeom prst="roundRect">
            <a:avLst>
              <a:gd name="adj" fmla="val 9459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355848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行動目標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3355848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「そのために今日何をする？」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251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結果だけでは、今日の行動は決まりません。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目標を達成できる選手なら、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今日どうする？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3931920" cy="621792"/>
          </a:xfrm>
          <a:prstGeom prst="roundRect">
            <a:avLst>
              <a:gd name="adj" fmla="val 8824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33172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　1つ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2331720"/>
            <a:ext cx="3931920" cy="621792"/>
          </a:xfrm>
          <a:prstGeom prst="roundRect">
            <a:avLst>
              <a:gd name="adj" fmla="val 882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233172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やらないこと　1つ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2004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たとえば、今日はフォームを大事にする。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今日は追加で重い重量を持たない。今日はしっかり寝る。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297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目標は、毎日の選択からつくられます。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5　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「もっと頑張らないと」から変わった方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BEFORE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7627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「まだまだ」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「苦労しないと手に入らない」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「できてないからもっと頑張らないと」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AFTER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17627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頑張ることも、休むことも、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自分で納得して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選べるように。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0416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「チャレンジすることが楽しく、失敗が怖くなくなった」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5　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「140kg挙げたい」から変わった方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BEFORE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7627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「スクワット140kgを挙げたい」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という結果を考えていた。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AFTER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17627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「そのために、何をやるべきか？」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を考えられるように。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「正しく立つ」「自分のタイプの動き」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0416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学んだことを、行動に変えるようになりました。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5　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変えたいのは「気持ち」だけではない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考え方が変わる。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860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441448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441448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選ぶ行動が変わる。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443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099816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099816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積み重ねが変わる。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02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758184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758184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自分への信頼が育つ。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4805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メンタルトレーニングは、その積み重ねをつくるものです。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6　あなたの場合を整理する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あなたの場合は、何を身につけたい？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次の試合までに「これができるようになりたい」と思ったものはありますか？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3774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不安の整理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237744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23774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一本前のルーティン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1089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失敗後の切り替え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0" y="310896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31089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比較への対処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404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休む／頑張るの判断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0" y="384048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38404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目標を行動に落とし込む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100" dirty="0"/>
          </a:p>
        </p:txBody>
      </p:sp>
      <p:pic>
        <p:nvPicPr>
          <p:cNvPr id="4" name="Image 0" descr="../lp/images/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51435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515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パワーリフターのための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実践メンタルトレーニング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絶対に取りたい記録、勝ちたい試合がある選手へ。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3832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プレッシャーがあっても、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自分がやるべきことがわかり、実践できる選手になる。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1対1で、自分の試合に落とし込む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形式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7830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完全1対1／Zoom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4231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回数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42316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全10回（1回60分）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0632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最長3か月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370332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703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ペース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370332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試合日程に合わせて調整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89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知識を聞くだけではなく、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「あなたならどうする？」まで一緒につくります。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10回で扱うこと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847088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自分の崩れ方を知る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450592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50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3865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取りたい記録から逆算する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3054096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9900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プレッシャーを理解する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657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593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自分だけのルーティン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4261104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261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1970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失敗しても崩れない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800600" y="1847088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25780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自分の試合に集中する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800600" y="2450592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00600" y="2450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257800" y="23865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頑張る・休むを選ぶ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800600" y="3054096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0060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57800" y="29900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自己信頼を育てる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800600" y="3657600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00600" y="3657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57800" y="3593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プランBを持つ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800600" y="4261104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00600" y="4261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41970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自分だけの大会メンタルプラン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最終的に目指すのは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3D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「緊張しない選手」ではありません。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何が起きても、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「自分が何をすればいいかわかる」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7863840" cy="868680"/>
          </a:xfrm>
          <a:prstGeom prst="roundRect">
            <a:avLst>
              <a:gd name="adj" fmla="val 8421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61188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そして「試合が楽しみです」と言える選手へ。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6B6360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受講料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98,000</a:t>
            </a:r>
            <a:pPr indent="0" marL="0">
              <a:buNone/>
            </a:pPr>
            <a:r>
              <a:rPr lang="en-US" sz="24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　円（税込）</a:t>
            </a:r>
            <a:endParaRPr lang="en-US" sz="820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320040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全10回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560320" y="320040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320040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1回60分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663440" y="320040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320040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完全1対1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766560" y="320040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320040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最長3か月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今回は5名限定です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たくさんの方へ一斉に教える講座ではありません。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40280"/>
            <a:ext cx="7680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次の大会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取りたい記録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過去の試合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考え方の特徴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その人に必要なメンタルスキル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93192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93192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一人ひとりを把握し、じっくり関わりたいから。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7091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5名に達した時点で、今回の受付は終了します。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8　クロージング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今日話してみて、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何が一番印象に残りましたか？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7863840" cy="512064"/>
          </a:xfrm>
          <a:prstGeom prst="roundRect">
            <a:avLst>
              <a:gd name="adj" fmla="val 1071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2651760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今の自分に必要だと思ったこと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3255264"/>
            <a:ext cx="7863840" cy="512064"/>
          </a:xfrm>
          <a:prstGeom prst="roundRect">
            <a:avLst>
              <a:gd name="adj" fmla="val 1071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3255264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次の試合までに変えたいこと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3858768"/>
            <a:ext cx="7863840" cy="512064"/>
          </a:xfrm>
          <a:prstGeom prst="roundRect">
            <a:avLst>
              <a:gd name="adj" fmla="val 1071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858768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聞いておきたいこと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5720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まず、あなたの感想を聞かせてください。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100" dirty="0"/>
          </a:p>
        </p:txBody>
      </p:sp>
      <p:pic>
        <p:nvPicPr>
          <p:cNvPr id="3" name="Image 0" descr="images/closing-dar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96012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次の試合で変えたいのは、</a:t>
            </a:r>
            <a:endParaRPr lang="en-US" sz="3200" dirty="0"/>
          </a:p>
          <a:p>
            <a:pPr algn="ctr" indent="0" marL="0">
              <a:lnSpc>
                <a:spcPts val="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重量だけでしょうか。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6517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身体を準備する。技術を準備する。そして、メンタルも準備する。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1828800" y="34290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28800" y="34290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ここぞの一本で、積み重ねてきた力を</a:t>
            </a:r>
            <a:endParaRPr lang="en-US" sz="18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発揮できる選手へ。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パワーリフターのための実践メンタルトレーニング｜無料個別相談</dc:title>
  <dc:subject>PptxGenJS Presentation</dc:subject>
  <dc:creator>しおりん</dc:creator>
  <cp:lastModifiedBy>しおりん</cp:lastModifiedBy>
  <cp:revision>1</cp:revision>
  <dcterms:created xsi:type="dcterms:W3CDTF">2026-09-07T10:51:50Z</dcterms:created>
  <dcterms:modified xsi:type="dcterms:W3CDTF">2026-09-07T10:51:50Z</dcterms:modified>
</cp:coreProperties>
</file>