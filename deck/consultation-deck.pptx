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20"/>
              </a:lnSpc>
              <a:buNone/>
            </a:pPr>
            <a:r>
              <a:rPr lang="en-US" sz="36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次の試合で、</a:t>
            </a:r>
            <a:endParaRPr lang="en-US" sz="3600" dirty="0"/>
          </a:p>
          <a:p>
            <a:pPr algn="l" indent="0" marL="0">
              <a:lnSpc>
                <a:spcPts val="5220"/>
              </a:lnSpc>
              <a:buNone/>
            </a:pPr>
            <a:r>
              <a:rPr lang="en-US" sz="36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絶対に取りたい一本は</a:t>
            </a:r>
            <a:endParaRPr lang="en-US" sz="3600" dirty="0"/>
          </a:p>
          <a:p>
            <a:pPr algn="l" indent="0" marL="0">
              <a:lnSpc>
                <a:spcPts val="5220"/>
              </a:lnSpc>
              <a:buNone/>
            </a:pPr>
            <a:r>
              <a:rPr lang="en-US" sz="36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ありますか？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56616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今日はまず、あなたの次の試合について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聞かせてください。</a:t>
            </a:r>
            <a:endParaRPr lang="en-US" sz="1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13716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次の試合で目指していること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92024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次の試合はいつ？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57860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絶対に取りたい記録は？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236976"/>
            <a:ext cx="5394960" cy="566928"/>
          </a:xfrm>
          <a:prstGeom prst="roundRect">
            <a:avLst>
              <a:gd name="adj" fmla="val 967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23697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標準突破？　PB？　順位？　優勝？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まず「どこへ行きたいか」を一緒に明確にします。</a:t>
            </a:r>
            <a:endParaRPr lang="en-US" sz="1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737360"/>
            <a:ext cx="237744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その目標を考えた時、</a:t>
            </a:r>
            <a:endParaRPr lang="en-US" sz="3200" dirty="0"/>
          </a:p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どんな気持ちになりますか？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2651760"/>
            <a:ext cx="530352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51760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楽しみ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218688"/>
            <a:ext cx="530352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218688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「できるかな」という不安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85616"/>
            <a:ext cx="530352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785616"/>
            <a:ext cx="4846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「失敗したらどうしよう」という不安</a:t>
            </a:r>
            <a:endParaRPr lang="en-US" sz="1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645920"/>
            <a:ext cx="24688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　現在地を知る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今、一番気になっていることは？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1783080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大事な重量になると怖い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295144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295144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練習ではできるのに試合で出せない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807208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2807208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一本失敗すると、その後も影響する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3319272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3319272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順位や相手が気になる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831336"/>
            <a:ext cx="5669280" cy="420624"/>
          </a:xfrm>
          <a:prstGeom prst="roundRect">
            <a:avLst>
              <a:gd name="adj" fmla="val 1304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3831336"/>
            <a:ext cx="5212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自分を信じて試技に入りたい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今日、一番整理したいことを教えてください。</a:t>
            </a:r>
            <a:endParaRPr lang="en-US" sz="17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92024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71600"/>
            <a:ext cx="2651760" cy="2651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749040" y="9144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私も昔は、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「メンタルが強い人が勝つ」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と思っていました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288036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試合1か月前から、頭の中は試合のことでいっぱい。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「失敗したらどうしよう」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そんな不安が出るたびに、「できる、できる」と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必死に塗り替えていました。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でも、不安は消えなかった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212080" cy="1051560"/>
          </a:xfrm>
          <a:prstGeom prst="roundRect">
            <a:avLst>
              <a:gd name="adj" fmla="val 695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「こんなことを考えたら、</a:t>
            </a:r>
            <a:endParaRPr lang="en-US" sz="21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本当に失敗するかも」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01752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不安そのものだけでなく、不安になっている自分まで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怖くなっていました。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そして実際に、想像していたような結果になったことも。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645920"/>
            <a:ext cx="2468880" cy="2468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pic>
        <p:nvPicPr>
          <p:cNvPr id="4" name="Image 0" descr="../note/images/01-squa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822960"/>
            <a:ext cx="4206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2023年度</a:t>
            </a:r>
            <a:endParaRPr lang="en-US" sz="3300" dirty="0"/>
          </a:p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日本グランプリ</a:t>
            </a:r>
            <a:endParaRPr lang="en-US" sz="3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240280"/>
            <a:ext cx="4297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練習は、とても順調。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ところが試合直前に体調不良。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点滴を打ち、なんとか出場できたものの、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予定していた重量から大幅に下げることに。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1148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「しょうがない。今じゃなかった。」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pic>
        <p:nvPicPr>
          <p:cNvPr id="4" name="Image 0" descr="../note/images/02-podiu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7772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でも、その試合で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全部が決まった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わけではなかった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560320"/>
            <a:ext cx="4297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その試合が終わっても、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積み重ねてきたものはなくなりません。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また自分にできることを続ける。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そして同じ2023年度、日本一に。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　しおりんのストーリー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pic>
        <p:nvPicPr>
          <p:cNvPr id="4" name="Image 0" descr="../note/images/03-deadlif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0" y="0"/>
            <a:ext cx="4114800" cy="51435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82296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今は、世界大会さえ</a:t>
            </a:r>
            <a:endParaRPr lang="en-US" sz="3200" dirty="0"/>
          </a:p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「楽しい」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148840"/>
            <a:ext cx="42976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「私は今、この舞台に立っているんだ」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と思うと、緊張以上にワクワクしていました。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不安がゼロになったからではありません。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その時、自分に何ができるのかが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わかるようになったからです。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メンタルについて、</a:t>
            </a:r>
            <a:endParaRPr lang="en-US" sz="3000" dirty="0"/>
          </a:p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こんなふうに思っていませんか？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34086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3408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286000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強い人が勝つ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2999232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9992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944368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不安は消さなければいけない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657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602736"/>
            <a:ext cx="5120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本番に弱いのは性格だから仕方ない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3434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実は私は、全部そう思っていました。</a:t>
            </a:r>
            <a:endParaRPr lang="en-US" sz="18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10312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「メンタルが強い人が勝つ」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5120640" cy="685800"/>
          </a:xfrm>
          <a:prstGeom prst="roundRect">
            <a:avLst>
              <a:gd name="adj" fmla="val 9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5146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違います。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4290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必要なのは「強い気持ち」より、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大事な場面で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「何をするかがわかること」。</a:t>
            </a:r>
            <a:endParaRPr lang="en-US" sz="1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82880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「不安は消さないといけない」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5120640" cy="685800"/>
          </a:xfrm>
          <a:prstGeom prst="roundRect">
            <a:avLst>
              <a:gd name="adj" fmla="val 9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5146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塗り替えなくていい。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4290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まず「私は今、不安なんだ」とわかる。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そして「何が不安なの？」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を整理する。</a:t>
            </a:r>
            <a:endParaRPr lang="en-US" sz="1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82880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「私は本番に弱い」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57200" y="2514600"/>
            <a:ext cx="5120640" cy="685800"/>
          </a:xfrm>
          <a:prstGeom prst="roundRect">
            <a:avLst>
              <a:gd name="adj" fmla="val 9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514600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決めつけないで。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429000"/>
            <a:ext cx="5212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「どんな場面で、どうなりやすい？」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を知る。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性格ではなく、パターンとして見る。</a:t>
            </a:r>
            <a:endParaRPr lang="en-US" sz="1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82880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　3つの思い込みを壊す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41248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私がたどり着いた答え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自分しか、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自分のメンタルは変えられない。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803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D3D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でも逆に言えば、自分で変えることができる。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611880"/>
            <a:ext cx="5760720" cy="822960"/>
          </a:xfrm>
          <a:prstGeom prst="roundRect">
            <a:avLst>
              <a:gd name="adj" fmla="val 8889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61188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メンタルは、トレーニングできるスキルです。</a:t>
            </a:r>
            <a:endParaRPr lang="en-US" sz="1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73736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メンタルトレーニングは</a:t>
            </a:r>
            <a:endParaRPr lang="en-US" sz="2900" dirty="0"/>
          </a:p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「前向きになる練習」ではない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215798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579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0312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今の状態がわかる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633472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633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32688" y="2578608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原因がわかる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108960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08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32688" y="3054096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自分で変えられることがわかる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584448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584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352958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次の行動を決める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4059936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059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" y="4005072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実際にやってみる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5262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この繰り返しです。</a:t>
            </a:r>
            <a:endParaRPr lang="en-US" sz="1800" dirty="0"/>
          </a:p>
        </p:txBody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201168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まず、不安を分解する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「試合が不安」だけでは、何をしたらいいかわかりません。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487168"/>
            <a:ext cx="566928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2487168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たとえば「3本目を失敗するのが怖い」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264408"/>
            <a:ext cx="566928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64408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さらに「その失敗で、その後まで気持ちが崩れるのが怖い」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605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ここまでわかると、対策できます。</a:t>
            </a:r>
            <a:endParaRPr lang="en-US" sz="19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10312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次に、変えられることを分ける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自分では変えられないこと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相手の重量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順位の動き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7830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242316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呼吸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アップ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考えること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一本前の行動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一本失敗したら、その試合は終わり？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373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「失敗した」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これは事実。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520440" y="173736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94760" y="1737360"/>
            <a:ext cx="2468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「今日はもうダメだ」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これは評価。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9718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この2つを分けます。失敗した時ほど、次の3つを整理する。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357530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575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5204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57200" y="403250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032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9776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何を変える？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57200" y="4489704"/>
            <a:ext cx="310896" cy="310896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4489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" y="44348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もう考えなくていいことは？</a:t>
            </a:r>
            <a:endParaRPr lang="en-US" sz="17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2011680"/>
            <a:ext cx="2011680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目標は3種類に分ける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669280" cy="676656"/>
          </a:xfrm>
          <a:prstGeom prst="roundRect">
            <a:avLst>
              <a:gd name="adj" fmla="val 945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結果目標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971800" y="178308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「優勝する」「標準を取る」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569464"/>
            <a:ext cx="5669280" cy="676656"/>
          </a:xfrm>
          <a:prstGeom prst="roundRect">
            <a:avLst>
              <a:gd name="adj" fmla="val 945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569464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パフォーマンス目標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25694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「○kgを成功させる」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3355848"/>
            <a:ext cx="5669280" cy="676656"/>
          </a:xfrm>
          <a:prstGeom prst="roundRect">
            <a:avLst>
              <a:gd name="adj" fmla="val 945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355848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行動目標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71800" y="33558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「そのために今日何をする？」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20624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結果だけでは、今日の行動は決まりません。</a:t>
            </a:r>
            <a:endParaRPr lang="en-US" sz="18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011680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4　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目標を達成できる選手なら、</a:t>
            </a:r>
            <a:endParaRPr lang="en-US" sz="3100" dirty="0"/>
          </a:p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今日どうする？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2743200" cy="566928"/>
          </a:xfrm>
          <a:prstGeom prst="roundRect">
            <a:avLst>
              <a:gd name="adj" fmla="val 9677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286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　1つ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383280" y="2286000"/>
            <a:ext cx="2743200" cy="566928"/>
          </a:xfrm>
          <a:prstGeom prst="roundRect">
            <a:avLst>
              <a:gd name="adj" fmla="val 9677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286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　1つ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632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たとえば、今日はフォームを大事にする。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今日は追加で重い重量を持たない。今日はしっかり寝る。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1605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目標は、毎日の選択からつくられます。</a:t>
            </a:r>
            <a:endParaRPr lang="en-US" sz="18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103120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「もっと頑張らないと」から変わった方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「まだまだ」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「苦労しないと手に入らない」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「できてないからもっと頑張らないと」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頑張ることも、休むことも、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自分で納得して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選べるように。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416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「チャレンジすることが楽しく、失敗が怖くなくなった」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「140kg挙げたい」から変わった方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BEFORE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「スクワット140kgを挙げたい」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という結果を考えていた。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AFTER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176272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「そのために、何をやるべきか？」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を考えられるように。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「正しく立つ」「自分のタイプの動き」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0416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学んだことを、行動に変えるようになりました。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5　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変えたいのは「気持ち」だけではない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1206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考え方が変わる。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8600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441448"/>
            <a:ext cx="51206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44144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選ぶ行動が変わる。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443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99816"/>
            <a:ext cx="512064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09981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積み重ねが変わる。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02736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758184"/>
            <a:ext cx="5120640" cy="548640"/>
          </a:xfrm>
          <a:prstGeom prst="roundRect">
            <a:avLst>
              <a:gd name="adj" fmla="val 10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75818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自分への信頼が育つ。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943600" y="23774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メンタルトレーニングは、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その積み重ねをつくるものです。</a:t>
            </a:r>
            <a:endParaRPr lang="en-US" sz="1700" dirty="0"/>
          </a:p>
        </p:txBody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097280"/>
            <a:ext cx="146304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6　あなたの場合を整理する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あなたの場合は、何を身につけたい？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次の試合までに「これができるようになりたい」と思ったものはありますか？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274320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不安の整理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383280" y="2331720"/>
            <a:ext cx="274320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6160" y="2331720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一本前のルーティン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3044952"/>
            <a:ext cx="274320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44952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失敗後の切り替え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383280" y="3044952"/>
            <a:ext cx="274320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66160" y="3044952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比較への対処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758184"/>
            <a:ext cx="274320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758184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休む／頑張るの判断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383280" y="3758184"/>
            <a:ext cx="274320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66160" y="3758184"/>
            <a:ext cx="2514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目標を行動に落とし込む</a:t>
            </a:r>
            <a:endParaRPr lang="en-US" sz="15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2286000"/>
            <a:ext cx="210312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pic>
        <p:nvPicPr>
          <p:cNvPr id="4" name="Image 0" descr="../lp/images/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51435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5669280" cy="5143500"/>
          </a:xfrm>
          <a:prstGeom prst="rect">
            <a:avLst/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0515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パワーリフターのための</a:t>
            </a:r>
            <a:endParaRPr lang="en-US" sz="3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実践メンタルトレーニング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788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絶対に取りたい記録、勝ちたい試合がある選手へ。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33832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プレッシャーがあっても、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自分がやるべきことがわかり、実践できる選手になる。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1対1で、自分の試合に落とし込む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7830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形式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完全1対1／Zoom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231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23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全10回（1回60分）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06324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0632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30632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最長3か月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70332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0332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ペース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37033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試合日程に合わせて調整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29768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知識を聞くだけではなく、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「あなたならどうする？」まで一緒につくります。</a:t>
            </a:r>
            <a:endParaRPr lang="en-US" sz="1600" dirty="0"/>
          </a:p>
        </p:txBody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10回で扱うこと</a:t>
            </a:r>
            <a:endParaRPr lang="en-US" sz="3300" dirty="0"/>
          </a:p>
        </p:txBody>
      </p:sp>
      <p:sp>
        <p:nvSpPr>
          <p:cNvPr id="5" name="Shape 3"/>
          <p:cNvSpPr/>
          <p:nvPr/>
        </p:nvSpPr>
        <p:spPr>
          <a:xfrm>
            <a:off x="457200" y="1847088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自分の崩れ方を知る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57200" y="2450592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450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386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取りたい記録から逆算する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054096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990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プレッシャーを理解する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657600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自分だけのルーティン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4261104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261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1970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失敗しても崩れない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800600" y="1847088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0600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257800" y="1783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自分の試合に集中する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800600" y="2450592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2450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5257800" y="2386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頑張る・休むを選ぶ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800600" y="3054096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0060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57800" y="29900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自己信頼を育てる</a:t>
            </a:r>
            <a:endParaRPr lang="en-US" sz="1700" dirty="0"/>
          </a:p>
        </p:txBody>
      </p:sp>
      <p:sp>
        <p:nvSpPr>
          <p:cNvPr id="29" name="Shape 27"/>
          <p:cNvSpPr/>
          <p:nvPr/>
        </p:nvSpPr>
        <p:spPr>
          <a:xfrm>
            <a:off x="4800600" y="3657600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80060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257800" y="359359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プランBを持つ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800600" y="4261104"/>
            <a:ext cx="329184" cy="329184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4261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41970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自分だけの大会メンタルプラン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80"/>
              </a:lnSpc>
              <a:buNone/>
            </a:pPr>
            <a:r>
              <a:rPr lang="en-US" sz="24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最終的に目指すのは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8D3D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「緊張しない選手」ではありません。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何が起きても、</a:t>
            </a:r>
            <a:endParaRPr lang="en-US" sz="27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「自分が何をすればいいかわかる」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457200" y="3566160"/>
            <a:ext cx="566928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56616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そして「試合が楽しみです」と言える選手へ。</a:t>
            </a:r>
            <a:endParaRPr lang="en-US" sz="1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645920"/>
            <a:ext cx="228600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受講料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98,000</a:t>
            </a:r>
            <a:endParaRPr lang="en-US" sz="8200" dirty="0"/>
          </a:p>
        </p:txBody>
      </p:sp>
      <p:sp>
        <p:nvSpPr>
          <p:cNvPr id="6" name="Text 4"/>
          <p:cNvSpPr txBox="1"/>
          <p:nvPr/>
        </p:nvSpPr>
        <p:spPr>
          <a:xfrm>
            <a:off x="4617720" y="2148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円（税込）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全10回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56032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1回60分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66344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66560" y="320040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66560" y="320040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最長3か月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7　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今回は5名限定です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たくさんの方へ一斉に教える講座ではありません。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2402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次の大会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過去の試合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考え方の特徴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その人に必要なメンタルスキル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3977640"/>
            <a:ext cx="5669280" cy="731520"/>
          </a:xfrm>
          <a:prstGeom prst="roundRect">
            <a:avLst>
              <a:gd name="adj" fmla="val 10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9776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一人ひとりを把握し、じっくり関わりたいから。</a:t>
            </a:r>
            <a:endParaRPr lang="en-US" sz="17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737360"/>
            <a:ext cx="2194560" cy="219456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6309360" y="40690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5名に達した時点で、今回の受付は終了します。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8　クロージング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今日話してみて、</a:t>
            </a:r>
            <a:endParaRPr lang="en-US" sz="3100" dirty="0"/>
          </a:p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何が一番印象に残りましたか？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566928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560320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今の自分に必要だと思ったこと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3127248"/>
            <a:ext cx="566928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127248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次の試合までに変えたいこと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694176"/>
            <a:ext cx="566928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3232" y="3694176"/>
            <a:ext cx="5212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聞いておきたいこと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3891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まず、あなたの感想を聞かせてください。</a:t>
            </a:r>
            <a:endParaRPr lang="en-US" sz="1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2011680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5765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pic>
        <p:nvPicPr>
          <p:cNvPr id="3" name="Image 0" descr="images/closing-dar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96012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次の試合で変えたいのは、</a:t>
            </a:r>
            <a:endParaRPr lang="en-US" sz="3200" dirty="0"/>
          </a:p>
          <a:p>
            <a:pPr algn="ctr" indent="0" marL="0">
              <a:lnSpc>
                <a:spcPts val="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重量だけでしょうか。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6517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身体を準備する。技術を準備する。そして、メンタルも準備する。</a:t>
            </a:r>
            <a:endParaRPr lang="en-US" sz="1900" dirty="0"/>
          </a:p>
        </p:txBody>
      </p:sp>
      <p:sp>
        <p:nvSpPr>
          <p:cNvPr id="6" name="Shape 3"/>
          <p:cNvSpPr/>
          <p:nvPr/>
        </p:nvSpPr>
        <p:spPr>
          <a:xfrm>
            <a:off x="1828800" y="34290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828800" y="34290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ここぞの一本で、積み重ねてきた力を</a:t>
            </a:r>
            <a:endParaRPr lang="en-US" sz="18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8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発揮できる選手へ。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パワーリフターのための実践メンタルトレーニング｜無料個別相談</dc:title>
  <dc:subject>PptxGenJS Presentation</dc:subject>
  <dc:creator>しおりん</dc:creator>
  <cp:lastModifiedBy>しおりん</cp:lastModifiedBy>
  <cp:revision>1</cp:revision>
  <dcterms:created xsi:type="dcterms:W3CDTF">2026-09-07T07:36:55Z</dcterms:created>
  <dcterms:modified xsi:type="dcterms:W3CDTF">2026-09-07T07:36:55Z</dcterms:modified>
</cp:coreProperties>
</file>