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jp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1　現在地を知る</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1</a:t>
            </a:r>
            <a:endParaRPr lang="en-US" sz="1100" dirty="0"/>
          </a:p>
        </p:txBody>
      </p:sp>
      <p:sp>
        <p:nvSpPr>
          <p:cNvPr id="4" name="Text 2"/>
          <p:cNvSpPr txBox="1"/>
          <p:nvPr/>
        </p:nvSpPr>
        <p:spPr>
          <a:xfrm>
            <a:off x="457200" y="1097280"/>
            <a:ext cx="7863840" cy="1188720"/>
          </a:xfrm>
          <a:prstGeom prst="rect">
            <a:avLst/>
          </a:prstGeom>
          <a:noFill/>
          <a:ln/>
        </p:spPr>
        <p:txBody>
          <a:bodyPr wrap="square" lIns="0" tIns="0" rIns="0" bIns="0" rtlCol="0" anchor="t"/>
          <a:lstStyle/>
          <a:p>
            <a:pPr algn="l" indent="0" marL="0">
              <a:lnSpc>
                <a:spcPts val="5800"/>
              </a:lnSpc>
              <a:buNone/>
            </a:pPr>
            <a:r>
              <a:rPr lang="en-US" sz="4000" b="1" dirty="0">
                <a:solidFill>
                  <a:srgbClr val="141416"/>
                </a:solidFill>
                <a:latin typeface="Yu Mincho" pitchFamily="34" charset="0"/>
                <a:ea typeface="Yu Mincho" pitchFamily="34" charset="-122"/>
                <a:cs typeface="Yu Mincho" pitchFamily="34" charset="-120"/>
              </a:rPr>
              <a:t>次の試合で、</a:t>
            </a:r>
            <a:endParaRPr lang="en-US" sz="4000" dirty="0"/>
          </a:p>
          <a:p>
            <a:pPr algn="l" indent="0" marL="0">
              <a:lnSpc>
                <a:spcPts val="5800"/>
              </a:lnSpc>
              <a:buNone/>
            </a:pPr>
            <a:r>
              <a:rPr lang="en-US" sz="4000" b="1" dirty="0">
                <a:solidFill>
                  <a:srgbClr val="141416"/>
                </a:solidFill>
                <a:latin typeface="Yu Mincho" pitchFamily="34" charset="0"/>
                <a:ea typeface="Yu Mincho" pitchFamily="34" charset="-122"/>
                <a:cs typeface="Yu Mincho" pitchFamily="34" charset="-120"/>
              </a:rPr>
              <a:t>絶対に取りたい一本は</a:t>
            </a:r>
            <a:endParaRPr lang="en-US" sz="4000" dirty="0"/>
          </a:p>
          <a:p>
            <a:pPr algn="l" indent="0" marL="0">
              <a:lnSpc>
                <a:spcPts val="5800"/>
              </a:lnSpc>
              <a:buNone/>
            </a:pPr>
            <a:r>
              <a:rPr lang="en-US" sz="4000" b="1" dirty="0">
                <a:solidFill>
                  <a:srgbClr val="141416"/>
                </a:solidFill>
                <a:latin typeface="Yu Mincho" pitchFamily="34" charset="0"/>
                <a:ea typeface="Yu Mincho" pitchFamily="34" charset="-122"/>
                <a:cs typeface="Yu Mincho" pitchFamily="34" charset="-120"/>
              </a:rPr>
              <a:t>ありますか？</a:t>
            </a:r>
            <a:endParaRPr lang="en-US" sz="4000" dirty="0"/>
          </a:p>
        </p:txBody>
      </p:sp>
      <p:sp>
        <p:nvSpPr>
          <p:cNvPr id="5" name="Text 3"/>
          <p:cNvSpPr txBox="1"/>
          <p:nvPr/>
        </p:nvSpPr>
        <p:spPr>
          <a:xfrm>
            <a:off x="457200" y="3749040"/>
            <a:ext cx="7863840" cy="914400"/>
          </a:xfrm>
          <a:prstGeom prst="rect">
            <a:avLst/>
          </a:prstGeom>
          <a:noFill/>
          <a:ln/>
        </p:spPr>
        <p:txBody>
          <a:bodyPr wrap="square" lIns="0" tIns="0" rIns="0" bIns="0" rtlCol="0" anchor="ctr"/>
          <a:lstStyle/>
          <a:p>
            <a:pPr indent="0" marL="0">
              <a:lnSpc>
                <a:spcPts val="3000"/>
              </a:lnSpc>
              <a:buNone/>
            </a:pPr>
            <a:r>
              <a:rPr lang="en-US" sz="1900" dirty="0">
                <a:solidFill>
                  <a:srgbClr val="6B6360"/>
                </a:solidFill>
                <a:latin typeface="Yu Gothic" pitchFamily="34" charset="0"/>
                <a:ea typeface="Yu Gothic" pitchFamily="34" charset="-122"/>
                <a:cs typeface="Yu Gothic" pitchFamily="34" charset="-120"/>
              </a:rPr>
              <a:t>今日はまず、あなたの次の試合について</a:t>
            </a:r>
            <a:endParaRPr lang="en-US" sz="1900" dirty="0"/>
          </a:p>
          <a:p>
            <a:pPr indent="0" marL="0">
              <a:lnSpc>
                <a:spcPts val="3000"/>
              </a:lnSpc>
              <a:buNone/>
            </a:pPr>
            <a:r>
              <a:rPr lang="en-US" sz="1900" dirty="0">
                <a:solidFill>
                  <a:srgbClr val="6B6360"/>
                </a:solidFill>
                <a:latin typeface="Yu Gothic" pitchFamily="34" charset="0"/>
                <a:ea typeface="Yu Gothic" pitchFamily="34" charset="-122"/>
                <a:cs typeface="Yu Gothic" pitchFamily="34" charset="-120"/>
              </a:rPr>
              <a:t>聞かせてください。</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1　現在地を知る</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2</a:t>
            </a:r>
            <a:endParaRPr lang="en-US" sz="1100" dirty="0"/>
          </a:p>
        </p:txBody>
      </p:sp>
      <p:sp>
        <p:nvSpPr>
          <p:cNvPr id="4" name="Text 2"/>
          <p:cNvSpPr txBox="1"/>
          <p:nvPr/>
        </p:nvSpPr>
        <p:spPr>
          <a:xfrm>
            <a:off x="457200" y="777240"/>
            <a:ext cx="8138160" cy="1188720"/>
          </a:xfrm>
          <a:prstGeom prst="rect">
            <a:avLst/>
          </a:prstGeom>
          <a:noFill/>
          <a:ln/>
        </p:spPr>
        <p:txBody>
          <a:bodyPr wrap="square" lIns="0" tIns="0" rIns="0" bIns="0" rtlCol="0" anchor="t"/>
          <a:lstStyle/>
          <a:p>
            <a:pPr algn="l" indent="0" marL="0">
              <a:lnSpc>
                <a:spcPts val="4640"/>
              </a:lnSpc>
              <a:buNone/>
            </a:pPr>
            <a:r>
              <a:rPr lang="en-US" sz="3200" b="1" dirty="0">
                <a:solidFill>
                  <a:srgbClr val="141416"/>
                </a:solidFill>
                <a:latin typeface="Yu Mincho" pitchFamily="34" charset="0"/>
                <a:ea typeface="Yu Mincho" pitchFamily="34" charset="-122"/>
                <a:cs typeface="Yu Mincho" pitchFamily="34" charset="-120"/>
              </a:rPr>
              <a:t>次の試合で目指していること</a:t>
            </a:r>
            <a:endParaRPr lang="en-US" sz="3200" dirty="0"/>
          </a:p>
        </p:txBody>
      </p:sp>
      <p:sp>
        <p:nvSpPr>
          <p:cNvPr id="5" name="Shape 3"/>
          <p:cNvSpPr/>
          <p:nvPr/>
        </p:nvSpPr>
        <p:spPr>
          <a:xfrm>
            <a:off x="457200" y="1920240"/>
            <a:ext cx="7863840" cy="566928"/>
          </a:xfrm>
          <a:prstGeom prst="roundRect">
            <a:avLst>
              <a:gd name="adj" fmla="val 9677"/>
            </a:avLst>
          </a:prstGeom>
          <a:solidFill>
            <a:srgbClr val="FAF3F4"/>
          </a:solidFill>
          <a:ln w="12700">
            <a:solidFill>
              <a:srgbClr val="FAF3F4"/>
            </a:solidFill>
            <a:prstDash val="solid"/>
          </a:ln>
        </p:spPr>
      </p:sp>
      <p:sp>
        <p:nvSpPr>
          <p:cNvPr id="6" name="Text 4"/>
          <p:cNvSpPr txBox="1"/>
          <p:nvPr/>
        </p:nvSpPr>
        <p:spPr>
          <a:xfrm>
            <a:off x="713232" y="1920240"/>
            <a:ext cx="7406640" cy="566928"/>
          </a:xfrm>
          <a:prstGeom prst="rect">
            <a:avLst/>
          </a:prstGeom>
          <a:noFill/>
          <a:ln/>
        </p:spPr>
        <p:txBody>
          <a:bodyPr wrap="square" lIns="0" tIns="0" rIns="0" bIns="0" rtlCol="0" anchor="ctr"/>
          <a:lstStyle/>
          <a:p>
            <a:pPr indent="0" marL="0">
              <a:buNone/>
            </a:pPr>
            <a:r>
              <a:rPr lang="en-US" sz="2000" dirty="0">
                <a:solidFill>
                  <a:srgbClr val="3B3634"/>
                </a:solidFill>
                <a:latin typeface="Yu Gothic" pitchFamily="34" charset="0"/>
                <a:ea typeface="Yu Gothic" pitchFamily="34" charset="-122"/>
                <a:cs typeface="Yu Gothic" pitchFamily="34" charset="-120"/>
              </a:rPr>
              <a:t>次の試合はいつ？</a:t>
            </a:r>
            <a:endParaRPr lang="en-US" sz="2000" dirty="0"/>
          </a:p>
        </p:txBody>
      </p:sp>
      <p:sp>
        <p:nvSpPr>
          <p:cNvPr id="7" name="Shape 5"/>
          <p:cNvSpPr/>
          <p:nvPr/>
        </p:nvSpPr>
        <p:spPr>
          <a:xfrm>
            <a:off x="457200" y="2578608"/>
            <a:ext cx="7863840" cy="566928"/>
          </a:xfrm>
          <a:prstGeom prst="roundRect">
            <a:avLst>
              <a:gd name="adj" fmla="val 9677"/>
            </a:avLst>
          </a:prstGeom>
          <a:solidFill>
            <a:srgbClr val="FAF3F4"/>
          </a:solidFill>
          <a:ln w="12700">
            <a:solidFill>
              <a:srgbClr val="FAF3F4"/>
            </a:solidFill>
            <a:prstDash val="solid"/>
          </a:ln>
        </p:spPr>
      </p:sp>
      <p:sp>
        <p:nvSpPr>
          <p:cNvPr id="8" name="Text 6"/>
          <p:cNvSpPr txBox="1"/>
          <p:nvPr/>
        </p:nvSpPr>
        <p:spPr>
          <a:xfrm>
            <a:off x="713232" y="2578608"/>
            <a:ext cx="7406640" cy="566928"/>
          </a:xfrm>
          <a:prstGeom prst="rect">
            <a:avLst/>
          </a:prstGeom>
          <a:noFill/>
          <a:ln/>
        </p:spPr>
        <p:txBody>
          <a:bodyPr wrap="square" lIns="0" tIns="0" rIns="0" bIns="0" rtlCol="0" anchor="ctr"/>
          <a:lstStyle/>
          <a:p>
            <a:pPr indent="0" marL="0">
              <a:buNone/>
            </a:pPr>
            <a:r>
              <a:rPr lang="en-US" sz="2000" dirty="0">
                <a:solidFill>
                  <a:srgbClr val="3B3634"/>
                </a:solidFill>
                <a:latin typeface="Yu Gothic" pitchFamily="34" charset="0"/>
                <a:ea typeface="Yu Gothic" pitchFamily="34" charset="-122"/>
                <a:cs typeface="Yu Gothic" pitchFamily="34" charset="-120"/>
              </a:rPr>
              <a:t>絶対に取りたい記録は？</a:t>
            </a:r>
            <a:endParaRPr lang="en-US" sz="2000" dirty="0"/>
          </a:p>
        </p:txBody>
      </p:sp>
      <p:sp>
        <p:nvSpPr>
          <p:cNvPr id="9" name="Shape 7"/>
          <p:cNvSpPr/>
          <p:nvPr/>
        </p:nvSpPr>
        <p:spPr>
          <a:xfrm>
            <a:off x="457200" y="3236976"/>
            <a:ext cx="7863840" cy="566928"/>
          </a:xfrm>
          <a:prstGeom prst="roundRect">
            <a:avLst>
              <a:gd name="adj" fmla="val 9677"/>
            </a:avLst>
          </a:prstGeom>
          <a:solidFill>
            <a:srgbClr val="FAF3F4"/>
          </a:solidFill>
          <a:ln w="12700">
            <a:solidFill>
              <a:srgbClr val="FAF3F4"/>
            </a:solidFill>
            <a:prstDash val="solid"/>
          </a:ln>
        </p:spPr>
      </p:sp>
      <p:sp>
        <p:nvSpPr>
          <p:cNvPr id="10" name="Text 8"/>
          <p:cNvSpPr txBox="1"/>
          <p:nvPr/>
        </p:nvSpPr>
        <p:spPr>
          <a:xfrm>
            <a:off x="713232" y="3236976"/>
            <a:ext cx="7406640" cy="566928"/>
          </a:xfrm>
          <a:prstGeom prst="rect">
            <a:avLst/>
          </a:prstGeom>
          <a:noFill/>
          <a:ln/>
        </p:spPr>
        <p:txBody>
          <a:bodyPr wrap="square" lIns="0" tIns="0" rIns="0" bIns="0" rtlCol="0" anchor="ctr"/>
          <a:lstStyle/>
          <a:p>
            <a:pPr indent="0" marL="0">
              <a:buNone/>
            </a:pPr>
            <a:r>
              <a:rPr lang="en-US" sz="2000" dirty="0">
                <a:solidFill>
                  <a:srgbClr val="3B3634"/>
                </a:solidFill>
                <a:latin typeface="Yu Gothic" pitchFamily="34" charset="0"/>
                <a:ea typeface="Yu Gothic" pitchFamily="34" charset="-122"/>
                <a:cs typeface="Yu Gothic" pitchFamily="34" charset="-120"/>
              </a:rPr>
              <a:t>標準突破？　PB？　順位？　優勝？</a:t>
            </a:r>
            <a:endParaRPr lang="en-US" sz="2000" dirty="0"/>
          </a:p>
        </p:txBody>
      </p:sp>
      <p:sp>
        <p:nvSpPr>
          <p:cNvPr id="11" name="Text 9"/>
          <p:cNvSpPr txBox="1"/>
          <p:nvPr/>
        </p:nvSpPr>
        <p:spPr>
          <a:xfrm>
            <a:off x="457200" y="4160520"/>
            <a:ext cx="7863840" cy="457200"/>
          </a:xfrm>
          <a:prstGeom prst="rect">
            <a:avLst/>
          </a:prstGeom>
          <a:noFill/>
          <a:ln/>
        </p:spPr>
        <p:txBody>
          <a:bodyPr wrap="square" lIns="0" tIns="0" rIns="0" bIns="0" rtlCol="0" anchor="ctr"/>
          <a:lstStyle/>
          <a:p>
            <a:pPr indent="0" marL="0">
              <a:buNone/>
            </a:pPr>
            <a:r>
              <a:rPr lang="en-US" sz="1800" b="1" dirty="0">
                <a:solidFill>
                  <a:srgbClr val="7A1524"/>
                </a:solidFill>
                <a:latin typeface="Yu Gothic" pitchFamily="34" charset="0"/>
                <a:ea typeface="Yu Gothic" pitchFamily="34" charset="-122"/>
                <a:cs typeface="Yu Gothic" pitchFamily="34" charset="-120"/>
              </a:rPr>
              <a:t>まず「どこへ行きたいか」を一緒に明確にします。</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1　現在地を知る</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3</a:t>
            </a:r>
            <a:endParaRPr lang="en-US" sz="1100" dirty="0"/>
          </a:p>
        </p:txBody>
      </p:sp>
      <p:sp>
        <p:nvSpPr>
          <p:cNvPr id="4" name="Text 2"/>
          <p:cNvSpPr txBox="1"/>
          <p:nvPr/>
        </p:nvSpPr>
        <p:spPr>
          <a:xfrm>
            <a:off x="457200" y="960120"/>
            <a:ext cx="7863840" cy="1188720"/>
          </a:xfrm>
          <a:prstGeom prst="rect">
            <a:avLst/>
          </a:prstGeom>
          <a:noFill/>
          <a:ln/>
        </p:spPr>
        <p:txBody>
          <a:bodyPr wrap="square" lIns="0" tIns="0" rIns="0" bIns="0" rtlCol="0" anchor="t"/>
          <a:lstStyle/>
          <a:p>
            <a:pPr algn="l" indent="0" marL="0">
              <a:lnSpc>
                <a:spcPts val="4930"/>
              </a:lnSpc>
              <a:buNone/>
            </a:pPr>
            <a:r>
              <a:rPr lang="en-US" sz="3400" b="1" dirty="0">
                <a:solidFill>
                  <a:srgbClr val="141416"/>
                </a:solidFill>
                <a:latin typeface="Yu Mincho" pitchFamily="34" charset="0"/>
                <a:ea typeface="Yu Mincho" pitchFamily="34" charset="-122"/>
                <a:cs typeface="Yu Mincho" pitchFamily="34" charset="-120"/>
              </a:rPr>
              <a:t>その目標を考えた時、</a:t>
            </a:r>
            <a:endParaRPr lang="en-US" sz="3400" dirty="0"/>
          </a:p>
          <a:p>
            <a:pPr algn="l" indent="0" marL="0">
              <a:lnSpc>
                <a:spcPts val="4930"/>
              </a:lnSpc>
              <a:buNone/>
            </a:pPr>
            <a:r>
              <a:rPr lang="en-US" sz="3400" b="1" dirty="0">
                <a:solidFill>
                  <a:srgbClr val="141416"/>
                </a:solidFill>
                <a:latin typeface="Yu Mincho" pitchFamily="34" charset="0"/>
                <a:ea typeface="Yu Mincho" pitchFamily="34" charset="-122"/>
                <a:cs typeface="Yu Mincho" pitchFamily="34" charset="-120"/>
              </a:rPr>
              <a:t>どんな気持ちになりますか？</a:t>
            </a:r>
            <a:endParaRPr lang="en-US" sz="3400" dirty="0"/>
          </a:p>
        </p:txBody>
      </p:sp>
      <p:sp>
        <p:nvSpPr>
          <p:cNvPr id="5" name="Shape 3"/>
          <p:cNvSpPr/>
          <p:nvPr/>
        </p:nvSpPr>
        <p:spPr>
          <a:xfrm>
            <a:off x="457200" y="2697480"/>
            <a:ext cx="7863840" cy="530352"/>
          </a:xfrm>
          <a:prstGeom prst="roundRect">
            <a:avLst>
              <a:gd name="adj" fmla="val 10345"/>
            </a:avLst>
          </a:prstGeom>
          <a:solidFill>
            <a:srgbClr val="FAF3F4"/>
          </a:solidFill>
          <a:ln w="12700">
            <a:solidFill>
              <a:srgbClr val="FAF3F4"/>
            </a:solidFill>
            <a:prstDash val="solid"/>
          </a:ln>
        </p:spPr>
      </p:sp>
      <p:sp>
        <p:nvSpPr>
          <p:cNvPr id="6" name="Text 4"/>
          <p:cNvSpPr txBox="1"/>
          <p:nvPr/>
        </p:nvSpPr>
        <p:spPr>
          <a:xfrm>
            <a:off x="713232" y="2697480"/>
            <a:ext cx="7406640" cy="530352"/>
          </a:xfrm>
          <a:prstGeom prst="rect">
            <a:avLst/>
          </a:prstGeom>
          <a:noFill/>
          <a:ln/>
        </p:spPr>
        <p:txBody>
          <a:bodyPr wrap="square" lIns="0" tIns="0" rIns="0" bIns="0" rtlCol="0" anchor="ctr"/>
          <a:lstStyle/>
          <a:p>
            <a:pPr indent="0" marL="0">
              <a:buNone/>
            </a:pPr>
            <a:r>
              <a:rPr lang="en-US" sz="2000" dirty="0">
                <a:solidFill>
                  <a:srgbClr val="3B3634"/>
                </a:solidFill>
                <a:latin typeface="Yu Gothic" pitchFamily="34" charset="0"/>
                <a:ea typeface="Yu Gothic" pitchFamily="34" charset="-122"/>
                <a:cs typeface="Yu Gothic" pitchFamily="34" charset="-120"/>
              </a:rPr>
              <a:t>楽しみ</a:t>
            </a:r>
            <a:endParaRPr lang="en-US" sz="2000" dirty="0"/>
          </a:p>
        </p:txBody>
      </p:sp>
      <p:sp>
        <p:nvSpPr>
          <p:cNvPr id="7" name="Shape 5"/>
          <p:cNvSpPr/>
          <p:nvPr/>
        </p:nvSpPr>
        <p:spPr>
          <a:xfrm>
            <a:off x="457200" y="3319272"/>
            <a:ext cx="7863840" cy="530352"/>
          </a:xfrm>
          <a:prstGeom prst="roundRect">
            <a:avLst>
              <a:gd name="adj" fmla="val 10345"/>
            </a:avLst>
          </a:prstGeom>
          <a:solidFill>
            <a:srgbClr val="FAF3F4"/>
          </a:solidFill>
          <a:ln w="12700">
            <a:solidFill>
              <a:srgbClr val="FAF3F4"/>
            </a:solidFill>
            <a:prstDash val="solid"/>
          </a:ln>
        </p:spPr>
      </p:sp>
      <p:sp>
        <p:nvSpPr>
          <p:cNvPr id="8" name="Text 6"/>
          <p:cNvSpPr txBox="1"/>
          <p:nvPr/>
        </p:nvSpPr>
        <p:spPr>
          <a:xfrm>
            <a:off x="713232" y="3319272"/>
            <a:ext cx="7406640" cy="530352"/>
          </a:xfrm>
          <a:prstGeom prst="rect">
            <a:avLst/>
          </a:prstGeom>
          <a:noFill/>
          <a:ln/>
        </p:spPr>
        <p:txBody>
          <a:bodyPr wrap="square" lIns="0" tIns="0" rIns="0" bIns="0" rtlCol="0" anchor="ctr"/>
          <a:lstStyle/>
          <a:p>
            <a:pPr indent="0" marL="0">
              <a:buNone/>
            </a:pPr>
            <a:r>
              <a:rPr lang="en-US" sz="2000" dirty="0">
                <a:solidFill>
                  <a:srgbClr val="3B3634"/>
                </a:solidFill>
                <a:latin typeface="Yu Gothic" pitchFamily="34" charset="0"/>
                <a:ea typeface="Yu Gothic" pitchFamily="34" charset="-122"/>
                <a:cs typeface="Yu Gothic" pitchFamily="34" charset="-120"/>
              </a:rPr>
              <a:t>「できるかな」という不安</a:t>
            </a:r>
            <a:endParaRPr lang="en-US" sz="2000" dirty="0"/>
          </a:p>
        </p:txBody>
      </p:sp>
      <p:sp>
        <p:nvSpPr>
          <p:cNvPr id="9" name="Shape 7"/>
          <p:cNvSpPr/>
          <p:nvPr/>
        </p:nvSpPr>
        <p:spPr>
          <a:xfrm>
            <a:off x="457200" y="3941064"/>
            <a:ext cx="7863840" cy="530352"/>
          </a:xfrm>
          <a:prstGeom prst="roundRect">
            <a:avLst>
              <a:gd name="adj" fmla="val 10345"/>
            </a:avLst>
          </a:prstGeom>
          <a:solidFill>
            <a:srgbClr val="FAF3F4"/>
          </a:solidFill>
          <a:ln w="12700">
            <a:solidFill>
              <a:srgbClr val="FAF3F4"/>
            </a:solidFill>
            <a:prstDash val="solid"/>
          </a:ln>
        </p:spPr>
      </p:sp>
      <p:sp>
        <p:nvSpPr>
          <p:cNvPr id="10" name="Text 8"/>
          <p:cNvSpPr txBox="1"/>
          <p:nvPr/>
        </p:nvSpPr>
        <p:spPr>
          <a:xfrm>
            <a:off x="713232" y="3941064"/>
            <a:ext cx="7406640" cy="530352"/>
          </a:xfrm>
          <a:prstGeom prst="rect">
            <a:avLst/>
          </a:prstGeom>
          <a:noFill/>
          <a:ln/>
        </p:spPr>
        <p:txBody>
          <a:bodyPr wrap="square" lIns="0" tIns="0" rIns="0" bIns="0" rtlCol="0" anchor="ctr"/>
          <a:lstStyle/>
          <a:p>
            <a:pPr indent="0" marL="0">
              <a:buNone/>
            </a:pPr>
            <a:r>
              <a:rPr lang="en-US" sz="2000" dirty="0">
                <a:solidFill>
                  <a:srgbClr val="3B3634"/>
                </a:solidFill>
                <a:latin typeface="Yu Gothic" pitchFamily="34" charset="0"/>
                <a:ea typeface="Yu Gothic" pitchFamily="34" charset="-122"/>
                <a:cs typeface="Yu Gothic" pitchFamily="34" charset="-120"/>
              </a:rPr>
              <a:t>「失敗したらどうしよう」という不安</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1　現在地を知る</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4</a:t>
            </a:r>
            <a:endParaRPr lang="en-US" sz="1100" dirty="0"/>
          </a:p>
        </p:txBody>
      </p:sp>
      <p:sp>
        <p:nvSpPr>
          <p:cNvPr id="4" name="Text 2"/>
          <p:cNvSpPr txBox="1"/>
          <p:nvPr/>
        </p:nvSpPr>
        <p:spPr>
          <a:xfrm>
            <a:off x="457200" y="777240"/>
            <a:ext cx="8138160" cy="1188720"/>
          </a:xfrm>
          <a:prstGeom prst="rect">
            <a:avLst/>
          </a:prstGeom>
          <a:noFill/>
          <a:ln/>
        </p:spPr>
        <p:txBody>
          <a:bodyPr wrap="square" lIns="0" tIns="0" rIns="0" bIns="0" rtlCol="0" anchor="t"/>
          <a:lstStyle/>
          <a:p>
            <a:pPr algn="l" indent="0" marL="0">
              <a:lnSpc>
                <a:spcPts val="4640"/>
              </a:lnSpc>
              <a:buNone/>
            </a:pPr>
            <a:r>
              <a:rPr lang="en-US" sz="3200" b="1" dirty="0">
                <a:solidFill>
                  <a:srgbClr val="141416"/>
                </a:solidFill>
                <a:latin typeface="Yu Mincho" pitchFamily="34" charset="0"/>
                <a:ea typeface="Yu Mincho" pitchFamily="34" charset="-122"/>
                <a:cs typeface="Yu Mincho" pitchFamily="34" charset="-120"/>
              </a:rPr>
              <a:t>今、一番気になっていることは？</a:t>
            </a:r>
            <a:endParaRPr lang="en-US" sz="3200" dirty="0"/>
          </a:p>
        </p:txBody>
      </p:sp>
      <p:sp>
        <p:nvSpPr>
          <p:cNvPr id="5" name="Shape 3"/>
          <p:cNvSpPr/>
          <p:nvPr/>
        </p:nvSpPr>
        <p:spPr>
          <a:xfrm>
            <a:off x="457200" y="1783080"/>
            <a:ext cx="7863840" cy="438912"/>
          </a:xfrm>
          <a:prstGeom prst="roundRect">
            <a:avLst>
              <a:gd name="adj" fmla="val 12500"/>
            </a:avLst>
          </a:prstGeom>
          <a:solidFill>
            <a:srgbClr val="FAF3F4"/>
          </a:solidFill>
          <a:ln w="12700">
            <a:solidFill>
              <a:srgbClr val="FAF3F4"/>
            </a:solidFill>
            <a:prstDash val="solid"/>
          </a:ln>
        </p:spPr>
      </p:sp>
      <p:sp>
        <p:nvSpPr>
          <p:cNvPr id="6" name="Text 4"/>
          <p:cNvSpPr txBox="1"/>
          <p:nvPr/>
        </p:nvSpPr>
        <p:spPr>
          <a:xfrm>
            <a:off x="713232" y="1783080"/>
            <a:ext cx="7406640" cy="438912"/>
          </a:xfrm>
          <a:prstGeom prst="rect">
            <a:avLst/>
          </a:prstGeom>
          <a:noFill/>
          <a:ln/>
        </p:spPr>
        <p:txBody>
          <a:bodyPr wrap="square" lIns="0" tIns="0" rIns="0" bIns="0" rtlCol="0" anchor="ctr"/>
          <a:lstStyle/>
          <a:p>
            <a:pPr indent="0" marL="0">
              <a:buNone/>
            </a:pPr>
            <a:r>
              <a:rPr lang="en-US" sz="1900" dirty="0">
                <a:solidFill>
                  <a:srgbClr val="3B3634"/>
                </a:solidFill>
                <a:latin typeface="Yu Gothic" pitchFamily="34" charset="0"/>
                <a:ea typeface="Yu Gothic" pitchFamily="34" charset="-122"/>
                <a:cs typeface="Yu Gothic" pitchFamily="34" charset="-120"/>
              </a:rPr>
              <a:t>大事な重量になると怖い</a:t>
            </a:r>
            <a:endParaRPr lang="en-US" sz="1900" dirty="0"/>
          </a:p>
        </p:txBody>
      </p:sp>
      <p:sp>
        <p:nvSpPr>
          <p:cNvPr id="7" name="Shape 5"/>
          <p:cNvSpPr/>
          <p:nvPr/>
        </p:nvSpPr>
        <p:spPr>
          <a:xfrm>
            <a:off x="457200" y="2313432"/>
            <a:ext cx="7863840" cy="438912"/>
          </a:xfrm>
          <a:prstGeom prst="roundRect">
            <a:avLst>
              <a:gd name="adj" fmla="val 12500"/>
            </a:avLst>
          </a:prstGeom>
          <a:solidFill>
            <a:srgbClr val="FAF3F4"/>
          </a:solidFill>
          <a:ln w="12700">
            <a:solidFill>
              <a:srgbClr val="FAF3F4"/>
            </a:solidFill>
            <a:prstDash val="solid"/>
          </a:ln>
        </p:spPr>
      </p:sp>
      <p:sp>
        <p:nvSpPr>
          <p:cNvPr id="8" name="Text 6"/>
          <p:cNvSpPr txBox="1"/>
          <p:nvPr/>
        </p:nvSpPr>
        <p:spPr>
          <a:xfrm>
            <a:off x="713232" y="2313432"/>
            <a:ext cx="7406640" cy="438912"/>
          </a:xfrm>
          <a:prstGeom prst="rect">
            <a:avLst/>
          </a:prstGeom>
          <a:noFill/>
          <a:ln/>
        </p:spPr>
        <p:txBody>
          <a:bodyPr wrap="square" lIns="0" tIns="0" rIns="0" bIns="0" rtlCol="0" anchor="ctr"/>
          <a:lstStyle/>
          <a:p>
            <a:pPr indent="0" marL="0">
              <a:buNone/>
            </a:pPr>
            <a:r>
              <a:rPr lang="en-US" sz="1900" dirty="0">
                <a:solidFill>
                  <a:srgbClr val="3B3634"/>
                </a:solidFill>
                <a:latin typeface="Yu Gothic" pitchFamily="34" charset="0"/>
                <a:ea typeface="Yu Gothic" pitchFamily="34" charset="-122"/>
                <a:cs typeface="Yu Gothic" pitchFamily="34" charset="-120"/>
              </a:rPr>
              <a:t>練習ではできるのに試合で出せない</a:t>
            </a:r>
            <a:endParaRPr lang="en-US" sz="1900" dirty="0"/>
          </a:p>
        </p:txBody>
      </p:sp>
      <p:sp>
        <p:nvSpPr>
          <p:cNvPr id="9" name="Shape 7"/>
          <p:cNvSpPr/>
          <p:nvPr/>
        </p:nvSpPr>
        <p:spPr>
          <a:xfrm>
            <a:off x="457200" y="2843784"/>
            <a:ext cx="7863840" cy="438912"/>
          </a:xfrm>
          <a:prstGeom prst="roundRect">
            <a:avLst>
              <a:gd name="adj" fmla="val 12500"/>
            </a:avLst>
          </a:prstGeom>
          <a:solidFill>
            <a:srgbClr val="FAF3F4"/>
          </a:solidFill>
          <a:ln w="12700">
            <a:solidFill>
              <a:srgbClr val="FAF3F4"/>
            </a:solidFill>
            <a:prstDash val="solid"/>
          </a:ln>
        </p:spPr>
      </p:sp>
      <p:sp>
        <p:nvSpPr>
          <p:cNvPr id="10" name="Text 8"/>
          <p:cNvSpPr txBox="1"/>
          <p:nvPr/>
        </p:nvSpPr>
        <p:spPr>
          <a:xfrm>
            <a:off x="713232" y="2843784"/>
            <a:ext cx="7406640" cy="438912"/>
          </a:xfrm>
          <a:prstGeom prst="rect">
            <a:avLst/>
          </a:prstGeom>
          <a:noFill/>
          <a:ln/>
        </p:spPr>
        <p:txBody>
          <a:bodyPr wrap="square" lIns="0" tIns="0" rIns="0" bIns="0" rtlCol="0" anchor="ctr"/>
          <a:lstStyle/>
          <a:p>
            <a:pPr indent="0" marL="0">
              <a:buNone/>
            </a:pPr>
            <a:r>
              <a:rPr lang="en-US" sz="1900" dirty="0">
                <a:solidFill>
                  <a:srgbClr val="3B3634"/>
                </a:solidFill>
                <a:latin typeface="Yu Gothic" pitchFamily="34" charset="0"/>
                <a:ea typeface="Yu Gothic" pitchFamily="34" charset="-122"/>
                <a:cs typeface="Yu Gothic" pitchFamily="34" charset="-120"/>
              </a:rPr>
              <a:t>一本失敗すると、その後も影響する</a:t>
            </a:r>
            <a:endParaRPr lang="en-US" sz="1900" dirty="0"/>
          </a:p>
        </p:txBody>
      </p:sp>
      <p:sp>
        <p:nvSpPr>
          <p:cNvPr id="11" name="Shape 9"/>
          <p:cNvSpPr/>
          <p:nvPr/>
        </p:nvSpPr>
        <p:spPr>
          <a:xfrm>
            <a:off x="457200" y="3374136"/>
            <a:ext cx="7863840" cy="438912"/>
          </a:xfrm>
          <a:prstGeom prst="roundRect">
            <a:avLst>
              <a:gd name="adj" fmla="val 12500"/>
            </a:avLst>
          </a:prstGeom>
          <a:solidFill>
            <a:srgbClr val="FAF3F4"/>
          </a:solidFill>
          <a:ln w="12700">
            <a:solidFill>
              <a:srgbClr val="FAF3F4"/>
            </a:solidFill>
            <a:prstDash val="solid"/>
          </a:ln>
        </p:spPr>
      </p:sp>
      <p:sp>
        <p:nvSpPr>
          <p:cNvPr id="12" name="Text 10"/>
          <p:cNvSpPr txBox="1"/>
          <p:nvPr/>
        </p:nvSpPr>
        <p:spPr>
          <a:xfrm>
            <a:off x="713232" y="3374136"/>
            <a:ext cx="7406640" cy="438912"/>
          </a:xfrm>
          <a:prstGeom prst="rect">
            <a:avLst/>
          </a:prstGeom>
          <a:noFill/>
          <a:ln/>
        </p:spPr>
        <p:txBody>
          <a:bodyPr wrap="square" lIns="0" tIns="0" rIns="0" bIns="0" rtlCol="0" anchor="ctr"/>
          <a:lstStyle/>
          <a:p>
            <a:pPr indent="0" marL="0">
              <a:buNone/>
            </a:pPr>
            <a:r>
              <a:rPr lang="en-US" sz="1900" dirty="0">
                <a:solidFill>
                  <a:srgbClr val="3B3634"/>
                </a:solidFill>
                <a:latin typeface="Yu Gothic" pitchFamily="34" charset="0"/>
                <a:ea typeface="Yu Gothic" pitchFamily="34" charset="-122"/>
                <a:cs typeface="Yu Gothic" pitchFamily="34" charset="-120"/>
              </a:rPr>
              <a:t>順位や相手が気になる</a:t>
            </a:r>
            <a:endParaRPr lang="en-US" sz="1900" dirty="0"/>
          </a:p>
        </p:txBody>
      </p:sp>
      <p:sp>
        <p:nvSpPr>
          <p:cNvPr id="13" name="Shape 11"/>
          <p:cNvSpPr/>
          <p:nvPr/>
        </p:nvSpPr>
        <p:spPr>
          <a:xfrm>
            <a:off x="457200" y="3904488"/>
            <a:ext cx="7863840" cy="438912"/>
          </a:xfrm>
          <a:prstGeom prst="roundRect">
            <a:avLst>
              <a:gd name="adj" fmla="val 12500"/>
            </a:avLst>
          </a:prstGeom>
          <a:solidFill>
            <a:srgbClr val="FAF3F4"/>
          </a:solidFill>
          <a:ln w="12700">
            <a:solidFill>
              <a:srgbClr val="FAF3F4"/>
            </a:solidFill>
            <a:prstDash val="solid"/>
          </a:ln>
        </p:spPr>
      </p:sp>
      <p:sp>
        <p:nvSpPr>
          <p:cNvPr id="14" name="Text 12"/>
          <p:cNvSpPr txBox="1"/>
          <p:nvPr/>
        </p:nvSpPr>
        <p:spPr>
          <a:xfrm>
            <a:off x="713232" y="3904488"/>
            <a:ext cx="7406640" cy="438912"/>
          </a:xfrm>
          <a:prstGeom prst="rect">
            <a:avLst/>
          </a:prstGeom>
          <a:noFill/>
          <a:ln/>
        </p:spPr>
        <p:txBody>
          <a:bodyPr wrap="square" lIns="0" tIns="0" rIns="0" bIns="0" rtlCol="0" anchor="ctr"/>
          <a:lstStyle/>
          <a:p>
            <a:pPr indent="0" marL="0">
              <a:buNone/>
            </a:pPr>
            <a:r>
              <a:rPr lang="en-US" sz="1900" dirty="0">
                <a:solidFill>
                  <a:srgbClr val="3B3634"/>
                </a:solidFill>
                <a:latin typeface="Yu Gothic" pitchFamily="34" charset="0"/>
                <a:ea typeface="Yu Gothic" pitchFamily="34" charset="-122"/>
                <a:cs typeface="Yu Gothic" pitchFamily="34" charset="-120"/>
              </a:rPr>
              <a:t>自分を信じて試技に入りたい</a:t>
            </a:r>
            <a:endParaRPr lang="en-US" sz="1900" dirty="0"/>
          </a:p>
        </p:txBody>
      </p:sp>
      <p:sp>
        <p:nvSpPr>
          <p:cNvPr id="15" name="Text 13"/>
          <p:cNvSpPr txBox="1"/>
          <p:nvPr/>
        </p:nvSpPr>
        <p:spPr>
          <a:xfrm>
            <a:off x="457200" y="4526280"/>
            <a:ext cx="7863840" cy="411480"/>
          </a:xfrm>
          <a:prstGeom prst="rect">
            <a:avLst/>
          </a:prstGeom>
          <a:noFill/>
          <a:ln/>
        </p:spPr>
        <p:txBody>
          <a:bodyPr wrap="square" lIns="0" tIns="0" rIns="0" bIns="0" rtlCol="0" anchor="ctr"/>
          <a:lstStyle/>
          <a:p>
            <a:pPr indent="0" marL="0">
              <a:buNone/>
            </a:pPr>
            <a:r>
              <a:rPr lang="en-US" sz="1800" b="1" dirty="0">
                <a:solidFill>
                  <a:srgbClr val="7A1524"/>
                </a:solidFill>
                <a:latin typeface="Yu Gothic" pitchFamily="34" charset="0"/>
                <a:ea typeface="Yu Gothic" pitchFamily="34" charset="-122"/>
                <a:cs typeface="Yu Gothic" pitchFamily="34" charset="-120"/>
              </a:rPr>
              <a:t>今日、一番整理したいことを教えてください。</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F0"/>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2　しおりんのストーリー</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5</a:t>
            </a:r>
            <a:endParaRPr lang="en-US" sz="1100" dirty="0"/>
          </a:p>
        </p:txBody>
      </p:sp>
      <p:sp>
        <p:nvSpPr>
          <p:cNvPr id="4" name="Text 2"/>
          <p:cNvSpPr txBox="1"/>
          <p:nvPr/>
        </p:nvSpPr>
        <p:spPr>
          <a:xfrm>
            <a:off x="457200" y="914400"/>
            <a:ext cx="7863840" cy="1188720"/>
          </a:xfrm>
          <a:prstGeom prst="rect">
            <a:avLst/>
          </a:prstGeom>
          <a:noFill/>
          <a:ln/>
        </p:spPr>
        <p:txBody>
          <a:bodyPr wrap="square" lIns="0" tIns="0" rIns="0" bIns="0" rtlCol="0" anchor="t"/>
          <a:lstStyle/>
          <a:p>
            <a:pPr algn="l" indent="0" marL="0">
              <a:lnSpc>
                <a:spcPts val="4785"/>
              </a:lnSpc>
              <a:buNone/>
            </a:pPr>
            <a:r>
              <a:rPr lang="en-US" sz="3300" b="1" dirty="0">
                <a:solidFill>
                  <a:srgbClr val="141416"/>
                </a:solidFill>
                <a:latin typeface="Yu Mincho" pitchFamily="34" charset="0"/>
                <a:ea typeface="Yu Mincho" pitchFamily="34" charset="-122"/>
                <a:cs typeface="Yu Mincho" pitchFamily="34" charset="-120"/>
              </a:rPr>
              <a:t>私も昔は、</a:t>
            </a:r>
            <a:endParaRPr lang="en-US" sz="3300" dirty="0"/>
          </a:p>
          <a:p>
            <a:pPr algn="l" indent="0" marL="0">
              <a:lnSpc>
                <a:spcPts val="4785"/>
              </a:lnSpc>
              <a:buNone/>
            </a:pPr>
            <a:r>
              <a:rPr lang="en-US" sz="3300" b="1" dirty="0">
                <a:solidFill>
                  <a:srgbClr val="141416"/>
                </a:solidFill>
                <a:latin typeface="Yu Mincho" pitchFamily="34" charset="0"/>
                <a:ea typeface="Yu Mincho" pitchFamily="34" charset="-122"/>
                <a:cs typeface="Yu Mincho" pitchFamily="34" charset="-120"/>
              </a:rPr>
              <a:t>「メンタルが強い人が勝つ」</a:t>
            </a:r>
            <a:endParaRPr lang="en-US" sz="3300" dirty="0"/>
          </a:p>
          <a:p>
            <a:pPr algn="l" indent="0" marL="0">
              <a:lnSpc>
                <a:spcPts val="4785"/>
              </a:lnSpc>
              <a:buNone/>
            </a:pPr>
            <a:r>
              <a:rPr lang="en-US" sz="3300" b="1" dirty="0">
                <a:solidFill>
                  <a:srgbClr val="141416"/>
                </a:solidFill>
                <a:latin typeface="Yu Mincho" pitchFamily="34" charset="0"/>
                <a:ea typeface="Yu Mincho" pitchFamily="34" charset="-122"/>
                <a:cs typeface="Yu Mincho" pitchFamily="34" charset="-120"/>
              </a:rPr>
              <a:t>と思っていました</a:t>
            </a:r>
            <a:endParaRPr lang="en-US" sz="3300" dirty="0"/>
          </a:p>
        </p:txBody>
      </p:sp>
      <p:sp>
        <p:nvSpPr>
          <p:cNvPr id="5" name="Text 3"/>
          <p:cNvSpPr txBox="1"/>
          <p:nvPr/>
        </p:nvSpPr>
        <p:spPr>
          <a:xfrm>
            <a:off x="457200" y="3063240"/>
            <a:ext cx="7863840" cy="1645920"/>
          </a:xfrm>
          <a:prstGeom prst="rect">
            <a:avLst/>
          </a:prstGeom>
          <a:noFill/>
          <a:ln/>
        </p:spPr>
        <p:txBody>
          <a:bodyPr wrap="square" lIns="0" tIns="0" rIns="0" bIns="0" rtlCol="0" anchor="ctr"/>
          <a:lstStyle/>
          <a:p>
            <a:pPr indent="0" marL="0">
              <a:lnSpc>
                <a:spcPts val="3000"/>
              </a:lnSpc>
              <a:buNone/>
            </a:pPr>
            <a:r>
              <a:rPr lang="en-US" sz="1800" dirty="0">
                <a:solidFill>
                  <a:srgbClr val="3B3634"/>
                </a:solidFill>
                <a:latin typeface="Yu Gothic" pitchFamily="34" charset="0"/>
                <a:ea typeface="Yu Gothic" pitchFamily="34" charset="-122"/>
                <a:cs typeface="Yu Gothic" pitchFamily="34" charset="-120"/>
              </a:rPr>
              <a:t>試合1か月前から、頭の中は試合のことでいっぱい。</a:t>
            </a:r>
            <a:endParaRPr lang="en-US" sz="1800" dirty="0"/>
          </a:p>
          <a:p>
            <a:pPr indent="0" marL="0">
              <a:lnSpc>
                <a:spcPts val="3000"/>
              </a:lnSpc>
              <a:buNone/>
            </a:pPr>
            <a:r>
              <a:rPr lang="en-US" sz="1800" dirty="0">
                <a:solidFill>
                  <a:srgbClr val="3B3634"/>
                </a:solidFill>
                <a:latin typeface="Yu Gothic" pitchFamily="34" charset="0"/>
                <a:ea typeface="Yu Gothic" pitchFamily="34" charset="-122"/>
                <a:cs typeface="Yu Gothic" pitchFamily="34" charset="-120"/>
              </a:rPr>
              <a:t>「失敗したらどうしよう」</a:t>
            </a:r>
            <a:endParaRPr lang="en-US" sz="1800" dirty="0"/>
          </a:p>
          <a:p>
            <a:pPr indent="0" marL="0">
              <a:lnSpc>
                <a:spcPts val="3000"/>
              </a:lnSpc>
              <a:buNone/>
            </a:pPr>
            <a:r>
              <a:rPr lang="en-US" sz="1800" dirty="0">
                <a:solidFill>
                  <a:srgbClr val="3B3634"/>
                </a:solidFill>
                <a:latin typeface="Yu Gothic" pitchFamily="34" charset="0"/>
                <a:ea typeface="Yu Gothic" pitchFamily="34" charset="-122"/>
                <a:cs typeface="Yu Gothic" pitchFamily="34" charset="-120"/>
              </a:rPr>
              <a:t>そんな不安が出るたびに、「できる、できる」と</a:t>
            </a:r>
            <a:endParaRPr lang="en-US" sz="1800" dirty="0"/>
          </a:p>
          <a:p>
            <a:pPr indent="0" marL="0">
              <a:lnSpc>
                <a:spcPts val="3000"/>
              </a:lnSpc>
              <a:buNone/>
            </a:pPr>
            <a:r>
              <a:rPr lang="en-US" sz="1800" dirty="0">
                <a:solidFill>
                  <a:srgbClr val="3B3634"/>
                </a:solidFill>
                <a:latin typeface="Yu Gothic" pitchFamily="34" charset="0"/>
                <a:ea typeface="Yu Gothic" pitchFamily="34" charset="-122"/>
                <a:cs typeface="Yu Gothic" pitchFamily="34" charset="-120"/>
              </a:rPr>
              <a:t>必死に塗り替えていました。</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F0"/>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2　しおりんのストーリー</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6</a:t>
            </a:r>
            <a:endParaRPr lang="en-US" sz="1100" dirty="0"/>
          </a:p>
        </p:txBody>
      </p:sp>
      <p:sp>
        <p:nvSpPr>
          <p:cNvPr id="4" name="Text 2"/>
          <p:cNvSpPr txBox="1"/>
          <p:nvPr/>
        </p:nvSpPr>
        <p:spPr>
          <a:xfrm>
            <a:off x="457200" y="777240"/>
            <a:ext cx="8138160" cy="1188720"/>
          </a:xfrm>
          <a:prstGeom prst="rect">
            <a:avLst/>
          </a:prstGeom>
          <a:noFill/>
          <a:ln/>
        </p:spPr>
        <p:txBody>
          <a:bodyPr wrap="square" lIns="0" tIns="0" rIns="0" bIns="0" rtlCol="0" anchor="t"/>
          <a:lstStyle/>
          <a:p>
            <a:pPr algn="l" indent="0" marL="0">
              <a:lnSpc>
                <a:spcPts val="4785"/>
              </a:lnSpc>
              <a:buNone/>
            </a:pPr>
            <a:r>
              <a:rPr lang="en-US" sz="3300" b="1" dirty="0">
                <a:solidFill>
                  <a:srgbClr val="141416"/>
                </a:solidFill>
                <a:latin typeface="Yu Mincho" pitchFamily="34" charset="0"/>
                <a:ea typeface="Yu Mincho" pitchFamily="34" charset="-122"/>
                <a:cs typeface="Yu Mincho" pitchFamily="34" charset="-120"/>
              </a:rPr>
              <a:t>でも、不安は消えなかった</a:t>
            </a:r>
            <a:endParaRPr lang="en-US" sz="3300" dirty="0"/>
          </a:p>
        </p:txBody>
      </p:sp>
      <p:sp>
        <p:nvSpPr>
          <p:cNvPr id="5" name="Shape 3"/>
          <p:cNvSpPr/>
          <p:nvPr/>
        </p:nvSpPr>
        <p:spPr>
          <a:xfrm>
            <a:off x="457200" y="1783080"/>
            <a:ext cx="7863840" cy="1051560"/>
          </a:xfrm>
          <a:prstGeom prst="roundRect">
            <a:avLst>
              <a:gd name="adj" fmla="val 6957"/>
            </a:avLst>
          </a:prstGeom>
          <a:solidFill>
            <a:srgbClr val="540E19"/>
          </a:solidFill>
          <a:ln w="12700">
            <a:solidFill>
              <a:srgbClr val="540E19"/>
            </a:solidFill>
            <a:prstDash val="solid"/>
          </a:ln>
        </p:spPr>
      </p:sp>
      <p:sp>
        <p:nvSpPr>
          <p:cNvPr id="6" name="Text 4"/>
          <p:cNvSpPr txBox="1"/>
          <p:nvPr/>
        </p:nvSpPr>
        <p:spPr>
          <a:xfrm>
            <a:off x="822960" y="1783080"/>
            <a:ext cx="7406640" cy="1051560"/>
          </a:xfrm>
          <a:prstGeom prst="rect">
            <a:avLst/>
          </a:prstGeom>
          <a:noFill/>
          <a:ln/>
        </p:spPr>
        <p:txBody>
          <a:bodyPr wrap="square" lIns="0" tIns="0" rIns="0" bIns="0" rtlCol="0" anchor="ctr"/>
          <a:lstStyle/>
          <a:p>
            <a:pPr indent="0" marL="0">
              <a:lnSpc>
                <a:spcPts val="3200"/>
              </a:lnSpc>
              <a:buNone/>
            </a:pPr>
            <a:r>
              <a:rPr lang="en-US" sz="2200" b="1" dirty="0">
                <a:solidFill>
                  <a:srgbClr val="FFFFFF"/>
                </a:solidFill>
                <a:latin typeface="Yu Mincho" pitchFamily="34" charset="0"/>
                <a:ea typeface="Yu Mincho" pitchFamily="34" charset="-122"/>
                <a:cs typeface="Yu Mincho" pitchFamily="34" charset="-120"/>
              </a:rPr>
              <a:t>「こんなことを考えたら、</a:t>
            </a:r>
            <a:endParaRPr lang="en-US" sz="2200" dirty="0"/>
          </a:p>
          <a:p>
            <a:pPr indent="0" marL="0">
              <a:lnSpc>
                <a:spcPts val="3200"/>
              </a:lnSpc>
              <a:buNone/>
            </a:pPr>
            <a:r>
              <a:rPr lang="en-US" sz="2200" b="1" dirty="0">
                <a:solidFill>
                  <a:srgbClr val="FFFFFF"/>
                </a:solidFill>
                <a:latin typeface="Yu Mincho" pitchFamily="34" charset="0"/>
                <a:ea typeface="Yu Mincho" pitchFamily="34" charset="-122"/>
                <a:cs typeface="Yu Mincho" pitchFamily="34" charset="-120"/>
              </a:rPr>
              <a:t>本当に失敗するかも」</a:t>
            </a:r>
            <a:endParaRPr lang="en-US" sz="2200" dirty="0"/>
          </a:p>
        </p:txBody>
      </p:sp>
      <p:sp>
        <p:nvSpPr>
          <p:cNvPr id="7" name="Text 5"/>
          <p:cNvSpPr txBox="1"/>
          <p:nvPr/>
        </p:nvSpPr>
        <p:spPr>
          <a:xfrm>
            <a:off x="457200" y="3108960"/>
            <a:ext cx="7863840" cy="1645920"/>
          </a:xfrm>
          <a:prstGeom prst="rect">
            <a:avLst/>
          </a:prstGeom>
          <a:noFill/>
          <a:ln/>
        </p:spPr>
        <p:txBody>
          <a:bodyPr wrap="square" lIns="0" tIns="0" rIns="0" bIns="0" rtlCol="0" anchor="ctr"/>
          <a:lstStyle/>
          <a:p>
            <a:pPr indent="0" marL="0">
              <a:lnSpc>
                <a:spcPts val="3000"/>
              </a:lnSpc>
              <a:buNone/>
            </a:pPr>
            <a:r>
              <a:rPr lang="en-US" sz="1800" dirty="0">
                <a:solidFill>
                  <a:srgbClr val="3B3634"/>
                </a:solidFill>
                <a:latin typeface="Yu Gothic" pitchFamily="34" charset="0"/>
                <a:ea typeface="Yu Gothic" pitchFamily="34" charset="-122"/>
                <a:cs typeface="Yu Gothic" pitchFamily="34" charset="-120"/>
              </a:rPr>
              <a:t>不安そのものだけでなく、不安になっている自分まで</a:t>
            </a:r>
            <a:endParaRPr lang="en-US" sz="1800" dirty="0"/>
          </a:p>
          <a:p>
            <a:pPr indent="0" marL="0">
              <a:lnSpc>
                <a:spcPts val="3000"/>
              </a:lnSpc>
              <a:buNone/>
            </a:pPr>
            <a:r>
              <a:rPr lang="en-US" sz="1800" dirty="0">
                <a:solidFill>
                  <a:srgbClr val="3B3634"/>
                </a:solidFill>
                <a:latin typeface="Yu Gothic" pitchFamily="34" charset="0"/>
                <a:ea typeface="Yu Gothic" pitchFamily="34" charset="-122"/>
                <a:cs typeface="Yu Gothic" pitchFamily="34" charset="-120"/>
              </a:rPr>
              <a:t>怖くなっていました。</a:t>
            </a:r>
            <a:endParaRPr lang="en-US" sz="1800" dirty="0"/>
          </a:p>
          <a:p>
            <a:pPr indent="0" marL="0">
              <a:lnSpc>
                <a:spcPts val="3000"/>
              </a:lnSpc>
              <a:buNone/>
            </a:pPr>
            <a:endParaRPr lang="en-US" sz="1800" dirty="0"/>
          </a:p>
          <a:p>
            <a:pPr indent="0" marL="0">
              <a:lnSpc>
                <a:spcPts val="3000"/>
              </a:lnSpc>
              <a:buNone/>
            </a:pPr>
            <a:r>
              <a:rPr lang="en-US" sz="1800" dirty="0">
                <a:solidFill>
                  <a:srgbClr val="3B3634"/>
                </a:solidFill>
                <a:latin typeface="Yu Gothic" pitchFamily="34" charset="0"/>
                <a:ea typeface="Yu Gothic" pitchFamily="34" charset="-122"/>
                <a:cs typeface="Yu Gothic" pitchFamily="34" charset="-120"/>
              </a:rPr>
              <a:t>そして実際に、想像していたような結果になったことも。</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2　しおりんのストーリー</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7</a:t>
            </a:r>
            <a:endParaRPr lang="en-US" sz="1100" dirty="0"/>
          </a:p>
        </p:txBody>
      </p:sp>
      <p:sp>
        <p:nvSpPr>
          <p:cNvPr id="4" name="Text 2"/>
          <p:cNvSpPr txBox="1"/>
          <p:nvPr/>
        </p:nvSpPr>
        <p:spPr>
          <a:xfrm>
            <a:off x="457200" y="822960"/>
            <a:ext cx="7863840" cy="1188720"/>
          </a:xfrm>
          <a:prstGeom prst="rect">
            <a:avLst/>
          </a:prstGeom>
          <a:noFill/>
          <a:ln/>
        </p:spPr>
        <p:txBody>
          <a:bodyPr wrap="square" lIns="0" tIns="0" rIns="0" bIns="0" rtlCol="0" anchor="t"/>
          <a:lstStyle/>
          <a:p>
            <a:pPr algn="l" indent="0" marL="0">
              <a:lnSpc>
                <a:spcPts val="5220"/>
              </a:lnSpc>
              <a:buNone/>
            </a:pPr>
            <a:r>
              <a:rPr lang="en-US" sz="3600" b="1" dirty="0">
                <a:solidFill>
                  <a:srgbClr val="141416"/>
                </a:solidFill>
                <a:latin typeface="Yu Mincho" pitchFamily="34" charset="0"/>
                <a:ea typeface="Yu Mincho" pitchFamily="34" charset="-122"/>
                <a:cs typeface="Yu Mincho" pitchFamily="34" charset="-120"/>
              </a:rPr>
              <a:t>2023年度 日本グランプリ</a:t>
            </a:r>
            <a:endParaRPr lang="en-US" sz="3600" dirty="0"/>
          </a:p>
        </p:txBody>
      </p:sp>
      <p:sp>
        <p:nvSpPr>
          <p:cNvPr id="5" name="Text 3"/>
          <p:cNvSpPr txBox="1"/>
          <p:nvPr/>
        </p:nvSpPr>
        <p:spPr>
          <a:xfrm>
            <a:off x="457200" y="1691640"/>
            <a:ext cx="7863840" cy="2377440"/>
          </a:xfrm>
          <a:prstGeom prst="rect">
            <a:avLst/>
          </a:prstGeom>
          <a:noFill/>
          <a:ln/>
        </p:spPr>
        <p:txBody>
          <a:bodyPr wrap="square" lIns="0" tIns="0" rIns="0" bIns="0" rtlCol="0" anchor="ctr"/>
          <a:lstStyle/>
          <a:p>
            <a:pPr indent="0" marL="0">
              <a:lnSpc>
                <a:spcPts val="2800"/>
              </a:lnSpc>
              <a:buNone/>
            </a:pPr>
            <a:r>
              <a:rPr lang="en-US" sz="1800" dirty="0">
                <a:solidFill>
                  <a:srgbClr val="3B3634"/>
                </a:solidFill>
                <a:latin typeface="Yu Gothic" pitchFamily="34" charset="0"/>
                <a:ea typeface="Yu Gothic" pitchFamily="34" charset="-122"/>
                <a:cs typeface="Yu Gothic" pitchFamily="34" charset="-120"/>
              </a:rPr>
              <a:t>ここで、スクワットの日本記録を取るつもりでした。</a:t>
            </a:r>
            <a:endParaRPr lang="en-US" sz="1800" dirty="0"/>
          </a:p>
          <a:p>
            <a:pPr indent="0" marL="0">
              <a:lnSpc>
                <a:spcPts val="2800"/>
              </a:lnSpc>
              <a:buNone/>
            </a:pPr>
            <a:endParaRPr lang="en-US" sz="1800" dirty="0"/>
          </a:p>
          <a:p>
            <a:pPr indent="0" marL="0">
              <a:lnSpc>
                <a:spcPts val="2800"/>
              </a:lnSpc>
              <a:buNone/>
            </a:pPr>
            <a:r>
              <a:rPr lang="en-US" sz="1800" dirty="0">
                <a:solidFill>
                  <a:srgbClr val="3B3634"/>
                </a:solidFill>
                <a:latin typeface="Yu Gothic" pitchFamily="34" charset="0"/>
                <a:ea typeface="Yu Gothic" pitchFamily="34" charset="-122"/>
                <a:cs typeface="Yu Gothic" pitchFamily="34" charset="-120"/>
              </a:rPr>
              <a:t>練習はとても順調。ところが試合直前に体調不良。</a:t>
            </a:r>
            <a:endParaRPr lang="en-US" sz="1800" dirty="0"/>
          </a:p>
          <a:p>
            <a:pPr indent="0" marL="0">
              <a:lnSpc>
                <a:spcPts val="2800"/>
              </a:lnSpc>
              <a:buNone/>
            </a:pPr>
            <a:r>
              <a:rPr lang="en-US" sz="1800" dirty="0">
                <a:solidFill>
                  <a:srgbClr val="3B3634"/>
                </a:solidFill>
                <a:latin typeface="Yu Gothic" pitchFamily="34" charset="0"/>
                <a:ea typeface="Yu Gothic" pitchFamily="34" charset="-122"/>
                <a:cs typeface="Yu Gothic" pitchFamily="34" charset="-120"/>
              </a:rPr>
              <a:t>点滴を打ち、なんとか出場。でも予定していた重量から大幅に下げることに。</a:t>
            </a:r>
            <a:endParaRPr lang="en-US" sz="1800" dirty="0"/>
          </a:p>
          <a:p>
            <a:pPr indent="0" marL="0">
              <a:lnSpc>
                <a:spcPts val="2800"/>
              </a:lnSpc>
              <a:buNone/>
            </a:pPr>
            <a:endParaRPr lang="en-US" sz="1800" dirty="0"/>
          </a:p>
          <a:p>
            <a:pPr indent="0" marL="0">
              <a:lnSpc>
                <a:spcPts val="2800"/>
              </a:lnSpc>
              <a:buNone/>
            </a:pPr>
            <a:r>
              <a:rPr lang="en-US" sz="1800" dirty="0">
                <a:solidFill>
                  <a:srgbClr val="3B3634"/>
                </a:solidFill>
                <a:latin typeface="Yu Gothic" pitchFamily="34" charset="0"/>
                <a:ea typeface="Yu Gothic" pitchFamily="34" charset="-122"/>
                <a:cs typeface="Yu Gothic" pitchFamily="34" charset="-120"/>
              </a:rPr>
              <a:t>日本一にはなれました。でも、狙っていた記録は取れませんでした。</a:t>
            </a:r>
            <a:endParaRPr lang="en-US" sz="1800" dirty="0"/>
          </a:p>
        </p:txBody>
      </p:sp>
      <p:sp>
        <p:nvSpPr>
          <p:cNvPr id="6" name="Shape 4"/>
          <p:cNvSpPr/>
          <p:nvPr/>
        </p:nvSpPr>
        <p:spPr>
          <a:xfrm>
            <a:off x="457200" y="4160520"/>
            <a:ext cx="7863840" cy="731520"/>
          </a:xfrm>
          <a:prstGeom prst="roundRect">
            <a:avLst>
              <a:gd name="adj" fmla="val 10000"/>
            </a:avLst>
          </a:prstGeom>
          <a:solidFill>
            <a:srgbClr val="540E19"/>
          </a:solidFill>
          <a:ln w="12700">
            <a:solidFill>
              <a:srgbClr val="540E19"/>
            </a:solidFill>
            <a:prstDash val="solid"/>
          </a:ln>
        </p:spPr>
      </p:sp>
      <p:sp>
        <p:nvSpPr>
          <p:cNvPr id="7" name="Text 5"/>
          <p:cNvSpPr txBox="1"/>
          <p:nvPr/>
        </p:nvSpPr>
        <p:spPr>
          <a:xfrm>
            <a:off x="822960" y="4160520"/>
            <a:ext cx="7406640" cy="731520"/>
          </a:xfrm>
          <a:prstGeom prst="rect">
            <a:avLst/>
          </a:prstGeom>
          <a:noFill/>
          <a:ln/>
        </p:spPr>
        <p:txBody>
          <a:bodyPr wrap="square" lIns="0" tIns="0" rIns="0" bIns="0" rtlCol="0" anchor="ctr"/>
          <a:lstStyle/>
          <a:p>
            <a:pPr indent="0" marL="0">
              <a:buNone/>
            </a:pPr>
            <a:r>
              <a:rPr lang="en-US" sz="2100" b="1" dirty="0">
                <a:solidFill>
                  <a:srgbClr val="FFFFFF"/>
                </a:solidFill>
                <a:latin typeface="Yu Mincho" pitchFamily="34" charset="0"/>
                <a:ea typeface="Yu Mincho" pitchFamily="34" charset="-122"/>
                <a:cs typeface="Yu Mincho" pitchFamily="34" charset="-120"/>
              </a:rPr>
              <a:t>「しょうがない。今じゃなかった。」</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2　しおりんのストーリー</a:t>
            </a:r>
            <a:endParaRPr lang="en-US" sz="1200" dirty="0"/>
          </a:p>
        </p:txBody>
      </p:sp>
      <p:sp>
        <p:nvSpPr>
          <p:cNvPr id="3" name="Text 1"/>
          <p:cNvSpPr txBox="1"/>
          <p:nvPr/>
        </p:nvSpPr>
        <p:spPr>
          <a:xfrm>
            <a:off x="457200" y="4576572"/>
            <a:ext cx="548640" cy="274320"/>
          </a:xfrm>
          <a:prstGeom prst="rect">
            <a:avLst/>
          </a:prstGeom>
          <a:noFill/>
          <a:ln/>
        </p:spPr>
        <p:txBody>
          <a:bodyPr wrap="square" lIns="0" tIns="0" rIns="0" bIns="0" rtlCol="0" anchor="ctr"/>
          <a:lstStyle/>
          <a:p>
            <a:pPr algn="l" indent="0" marL="0">
              <a:buNone/>
            </a:pPr>
            <a:r>
              <a:rPr lang="en-US" sz="1100" dirty="0">
                <a:solidFill>
                  <a:srgbClr val="6B6360"/>
                </a:solidFill>
                <a:latin typeface="Yu Gothic" pitchFamily="34" charset="0"/>
                <a:ea typeface="Yu Gothic" pitchFamily="34" charset="-122"/>
                <a:cs typeface="Yu Gothic" pitchFamily="34" charset="-120"/>
              </a:rPr>
              <a:t>8</a:t>
            </a:r>
            <a:endParaRPr lang="en-US" sz="1100" dirty="0"/>
          </a:p>
        </p:txBody>
      </p:sp>
      <p:pic>
        <p:nvPicPr>
          <p:cNvPr id="4" name="Image 0" descr="../note/images/02-podium.jpg">    </p:cNvPr>
          <p:cNvPicPr>
            <a:picLocks noChangeAspect="1"/>
          </p:cNvPicPr>
          <p:nvPr/>
        </p:nvPicPr>
        <p:blipFill>
          <a:blip r:embed="rId1"/>
          <a:srcRect l="0" r="0" t="0" b="0"/>
          <a:stretch/>
        </p:blipFill>
        <p:spPr>
          <a:xfrm>
            <a:off x="5029200" y="0"/>
            <a:ext cx="4114800" cy="5143500"/>
          </a:xfrm>
          <a:prstGeom prst="rect">
            <a:avLst/>
          </a:prstGeom>
        </p:spPr>
      </p:pic>
      <p:sp>
        <p:nvSpPr>
          <p:cNvPr id="5" name="Text 2"/>
          <p:cNvSpPr txBox="1"/>
          <p:nvPr/>
        </p:nvSpPr>
        <p:spPr>
          <a:xfrm>
            <a:off x="457200" y="731520"/>
            <a:ext cx="4297680" cy="1188720"/>
          </a:xfrm>
          <a:prstGeom prst="rect">
            <a:avLst/>
          </a:prstGeom>
          <a:noFill/>
          <a:ln/>
        </p:spPr>
        <p:txBody>
          <a:bodyPr wrap="square" lIns="0" tIns="0" rIns="0" bIns="0" rtlCol="0" anchor="t"/>
          <a:lstStyle/>
          <a:p>
            <a:pPr algn="l" indent="0" marL="0">
              <a:lnSpc>
                <a:spcPts val="4205"/>
              </a:lnSpc>
              <a:buNone/>
            </a:pPr>
            <a:r>
              <a:rPr lang="en-US" sz="2900" b="1" dirty="0">
                <a:solidFill>
                  <a:srgbClr val="141416"/>
                </a:solidFill>
                <a:latin typeface="Yu Mincho" pitchFamily="34" charset="0"/>
                <a:ea typeface="Yu Mincho" pitchFamily="34" charset="-122"/>
                <a:cs typeface="Yu Mincho" pitchFamily="34" charset="-120"/>
              </a:rPr>
              <a:t>でも、その試合で</a:t>
            </a:r>
            <a:endParaRPr lang="en-US" sz="2900" dirty="0"/>
          </a:p>
          <a:p>
            <a:pPr algn="l" indent="0" marL="0">
              <a:lnSpc>
                <a:spcPts val="4205"/>
              </a:lnSpc>
              <a:buNone/>
            </a:pPr>
            <a:r>
              <a:rPr lang="en-US" sz="2900" b="1" dirty="0">
                <a:solidFill>
                  <a:srgbClr val="141416"/>
                </a:solidFill>
                <a:latin typeface="Yu Mincho" pitchFamily="34" charset="0"/>
                <a:ea typeface="Yu Mincho" pitchFamily="34" charset="-122"/>
                <a:cs typeface="Yu Mincho" pitchFamily="34" charset="-120"/>
              </a:rPr>
              <a:t>全部が決まった</a:t>
            </a:r>
            <a:endParaRPr lang="en-US" sz="2900" dirty="0"/>
          </a:p>
          <a:p>
            <a:pPr algn="l" indent="0" marL="0">
              <a:lnSpc>
                <a:spcPts val="4205"/>
              </a:lnSpc>
              <a:buNone/>
            </a:pPr>
            <a:r>
              <a:rPr lang="en-US" sz="2900" b="1" dirty="0">
                <a:solidFill>
                  <a:srgbClr val="141416"/>
                </a:solidFill>
                <a:latin typeface="Yu Mincho" pitchFamily="34" charset="0"/>
                <a:ea typeface="Yu Mincho" pitchFamily="34" charset="-122"/>
                <a:cs typeface="Yu Mincho" pitchFamily="34" charset="-120"/>
              </a:rPr>
              <a:t>わけではなかった</a:t>
            </a:r>
            <a:endParaRPr lang="en-US" sz="2900" dirty="0"/>
          </a:p>
        </p:txBody>
      </p:sp>
      <p:sp>
        <p:nvSpPr>
          <p:cNvPr id="6" name="Text 3"/>
          <p:cNvSpPr txBox="1"/>
          <p:nvPr/>
        </p:nvSpPr>
        <p:spPr>
          <a:xfrm>
            <a:off x="457200" y="2468880"/>
            <a:ext cx="4297680" cy="1188720"/>
          </a:xfrm>
          <a:prstGeom prst="rect">
            <a:avLst/>
          </a:prstGeom>
          <a:noFill/>
          <a:ln/>
        </p:spPr>
        <p:txBody>
          <a:bodyPr wrap="square" lIns="0" tIns="0" rIns="0" bIns="0" rtlCol="0" anchor="ctr"/>
          <a:lstStyle/>
          <a:p>
            <a:pPr indent="0" marL="0">
              <a:lnSpc>
                <a:spcPts val="2800"/>
              </a:lnSpc>
              <a:buNone/>
            </a:pPr>
            <a:r>
              <a:rPr lang="en-US" sz="1700" dirty="0">
                <a:solidFill>
                  <a:srgbClr val="3B3634"/>
                </a:solidFill>
                <a:latin typeface="Yu Gothic" pitchFamily="34" charset="0"/>
                <a:ea typeface="Yu Gothic" pitchFamily="34" charset="-122"/>
                <a:cs typeface="Yu Gothic" pitchFamily="34" charset="-120"/>
              </a:rPr>
              <a:t>その試合が終わっても、</a:t>
            </a:r>
            <a:endParaRPr lang="en-US" sz="1700" dirty="0"/>
          </a:p>
          <a:p>
            <a:pPr indent="0" marL="0">
              <a:lnSpc>
                <a:spcPts val="2800"/>
              </a:lnSpc>
              <a:buNone/>
            </a:pPr>
            <a:r>
              <a:rPr lang="en-US" sz="1700" dirty="0">
                <a:solidFill>
                  <a:srgbClr val="3B3634"/>
                </a:solidFill>
                <a:latin typeface="Yu Gothic" pitchFamily="34" charset="0"/>
                <a:ea typeface="Yu Gothic" pitchFamily="34" charset="-122"/>
                <a:cs typeface="Yu Gothic" pitchFamily="34" charset="-120"/>
              </a:rPr>
              <a:t>積み重ねてきたものはなくなりません。</a:t>
            </a:r>
            <a:endParaRPr lang="en-US" sz="1700" dirty="0"/>
          </a:p>
          <a:p>
            <a:pPr indent="0" marL="0">
              <a:lnSpc>
                <a:spcPts val="2800"/>
              </a:lnSpc>
              <a:buNone/>
            </a:pPr>
            <a:r>
              <a:rPr lang="en-US" sz="1700" dirty="0">
                <a:solidFill>
                  <a:srgbClr val="3B3634"/>
                </a:solidFill>
                <a:latin typeface="Yu Gothic" pitchFamily="34" charset="0"/>
                <a:ea typeface="Yu Gothic" pitchFamily="34" charset="-122"/>
                <a:cs typeface="Yu Gothic" pitchFamily="34" charset="-120"/>
              </a:rPr>
              <a:t>また自分にできることを続ける。</a:t>
            </a:r>
            <a:endParaRPr lang="en-US" sz="1700" dirty="0"/>
          </a:p>
        </p:txBody>
      </p:sp>
      <p:sp>
        <p:nvSpPr>
          <p:cNvPr id="7" name="Text 4"/>
          <p:cNvSpPr txBox="1"/>
          <p:nvPr/>
        </p:nvSpPr>
        <p:spPr>
          <a:xfrm>
            <a:off x="457200" y="3794760"/>
            <a:ext cx="4297680" cy="914400"/>
          </a:xfrm>
          <a:prstGeom prst="rect">
            <a:avLst/>
          </a:prstGeom>
          <a:noFill/>
          <a:ln/>
        </p:spPr>
        <p:txBody>
          <a:bodyPr wrap="square" lIns="0" tIns="0" rIns="0" bIns="0" rtlCol="0" anchor="ctr"/>
          <a:lstStyle/>
          <a:p>
            <a:pPr indent="0" marL="0">
              <a:lnSpc>
                <a:spcPts val="2800"/>
              </a:lnSpc>
              <a:buNone/>
            </a:pPr>
            <a:r>
              <a:rPr lang="en-US" sz="1800" b="1" dirty="0">
                <a:solidFill>
                  <a:srgbClr val="7A1524"/>
                </a:solidFill>
                <a:latin typeface="Yu Gothic" pitchFamily="34" charset="0"/>
                <a:ea typeface="Yu Gothic" pitchFamily="34" charset="-122"/>
                <a:cs typeface="Yu Gothic" pitchFamily="34" charset="-120"/>
              </a:rPr>
              <a:t>同じ2023年度のJCPでも日本一に。</a:t>
            </a:r>
            <a:endParaRPr lang="en-US" sz="1800" dirty="0"/>
          </a:p>
          <a:p>
            <a:pPr indent="0" marL="0">
              <a:lnSpc>
                <a:spcPts val="2800"/>
              </a:lnSpc>
              <a:buNone/>
            </a:pPr>
            <a:r>
              <a:rPr lang="en-US" sz="1800" b="1" dirty="0">
                <a:solidFill>
                  <a:srgbClr val="7A1524"/>
                </a:solidFill>
                <a:latin typeface="Yu Gothic" pitchFamily="34" charset="0"/>
                <a:ea typeface="Yu Gothic" pitchFamily="34" charset="-122"/>
                <a:cs typeface="Yu Gothic" pitchFamily="34" charset="-120"/>
              </a:rPr>
              <a:t>そして翌年、狙っていた日本記録も。</a:t>
            </a:r>
            <a:endParaRPr lang="en-US" sz="1800" dirty="0"/>
          </a:p>
        </p:txBody>
      </p:sp>
      <p:sp>
        <p:nvSpPr>
          <p:cNvPr id="8" name="Shape 5"/>
          <p:cNvSpPr/>
          <p:nvPr/>
        </p:nvSpPr>
        <p:spPr>
          <a:xfrm>
            <a:off x="5257800" y="4434840"/>
            <a:ext cx="1920240" cy="384048"/>
          </a:xfrm>
          <a:prstGeom prst="roundRect">
            <a:avLst>
              <a:gd name="adj" fmla="val 14286"/>
            </a:avLst>
          </a:prstGeom>
          <a:solidFill>
            <a:srgbClr val="540E19"/>
          </a:solidFill>
          <a:ln w="12700">
            <a:solidFill>
              <a:srgbClr val="540E19"/>
            </a:solidFill>
            <a:prstDash val="solid"/>
          </a:ln>
        </p:spPr>
      </p:sp>
      <p:sp>
        <p:nvSpPr>
          <p:cNvPr id="9" name="Text 6"/>
          <p:cNvSpPr txBox="1"/>
          <p:nvPr/>
        </p:nvSpPr>
        <p:spPr>
          <a:xfrm>
            <a:off x="5257800" y="4434840"/>
            <a:ext cx="19202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2023年度 JCP</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2　しおりんのストーリー</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9</a:t>
            </a:r>
            <a:endParaRPr lang="en-US" sz="1100" dirty="0"/>
          </a:p>
        </p:txBody>
      </p:sp>
      <p:sp>
        <p:nvSpPr>
          <p:cNvPr id="4" name="Text 2"/>
          <p:cNvSpPr txBox="1"/>
          <p:nvPr/>
        </p:nvSpPr>
        <p:spPr>
          <a:xfrm>
            <a:off x="457200" y="868680"/>
            <a:ext cx="7863840" cy="1188720"/>
          </a:xfrm>
          <a:prstGeom prst="rect">
            <a:avLst/>
          </a:prstGeom>
          <a:noFill/>
          <a:ln/>
        </p:spPr>
        <p:txBody>
          <a:bodyPr wrap="square" lIns="0" tIns="0" rIns="0" bIns="0" rtlCol="0" anchor="t"/>
          <a:lstStyle/>
          <a:p>
            <a:pPr algn="l" indent="0" marL="0">
              <a:lnSpc>
                <a:spcPts val="4930"/>
              </a:lnSpc>
              <a:buNone/>
            </a:pPr>
            <a:r>
              <a:rPr lang="en-US" sz="3400" b="1" dirty="0">
                <a:solidFill>
                  <a:srgbClr val="141416"/>
                </a:solidFill>
                <a:latin typeface="Yu Mincho" pitchFamily="34" charset="0"/>
                <a:ea typeface="Yu Mincho" pitchFamily="34" charset="-122"/>
                <a:cs typeface="Yu Mincho" pitchFamily="34" charset="-120"/>
              </a:rPr>
              <a:t>今は、世界大会さえ「楽しい」</a:t>
            </a:r>
            <a:endParaRPr lang="en-US" sz="3400" dirty="0"/>
          </a:p>
        </p:txBody>
      </p:sp>
      <p:sp>
        <p:nvSpPr>
          <p:cNvPr id="5" name="Text 3"/>
          <p:cNvSpPr txBox="1"/>
          <p:nvPr/>
        </p:nvSpPr>
        <p:spPr>
          <a:xfrm>
            <a:off x="457200" y="1783080"/>
            <a:ext cx="7863840" cy="2926080"/>
          </a:xfrm>
          <a:prstGeom prst="rect">
            <a:avLst/>
          </a:prstGeom>
          <a:noFill/>
          <a:ln/>
        </p:spPr>
        <p:txBody>
          <a:bodyPr wrap="square" lIns="0" tIns="0" rIns="0" bIns="0" rtlCol="0" anchor="ctr"/>
          <a:lstStyle/>
          <a:p>
            <a:pPr indent="0" marL="0">
              <a:lnSpc>
                <a:spcPts val="2800"/>
              </a:lnSpc>
              <a:buNone/>
            </a:pPr>
            <a:r>
              <a:rPr lang="en-US" sz="1800" dirty="0">
                <a:solidFill>
                  <a:srgbClr val="3B3634"/>
                </a:solidFill>
                <a:latin typeface="Yu Gothic" pitchFamily="34" charset="0"/>
                <a:ea typeface="Yu Gothic" pitchFamily="34" charset="-122"/>
                <a:cs typeface="Yu Gothic" pitchFamily="34" charset="-120"/>
              </a:rPr>
              <a:t>2024年、世界大会に出場しました。</a:t>
            </a:r>
            <a:endParaRPr lang="en-US" sz="1800" dirty="0"/>
          </a:p>
          <a:p>
            <a:pPr indent="0" marL="0">
              <a:lnSpc>
                <a:spcPts val="2800"/>
              </a:lnSpc>
              <a:buNone/>
            </a:pPr>
            <a:endParaRPr lang="en-US" sz="1800" dirty="0"/>
          </a:p>
          <a:p>
            <a:pPr indent="0" marL="0">
              <a:lnSpc>
                <a:spcPts val="2800"/>
              </a:lnSpc>
              <a:buNone/>
            </a:pPr>
            <a:r>
              <a:rPr lang="en-US" sz="1800" dirty="0">
                <a:solidFill>
                  <a:srgbClr val="3B3634"/>
                </a:solidFill>
                <a:latin typeface="Yu Gothic" pitchFamily="34" charset="0"/>
                <a:ea typeface="Yu Gothic" pitchFamily="34" charset="-122"/>
                <a:cs typeface="Yu Gothic" pitchFamily="34" charset="-120"/>
              </a:rPr>
              <a:t>「私は今、この舞台に立っているんだ」</a:t>
            </a:r>
            <a:endParaRPr lang="en-US" sz="1800" dirty="0"/>
          </a:p>
          <a:p>
            <a:pPr indent="0" marL="0">
              <a:lnSpc>
                <a:spcPts val="2800"/>
              </a:lnSpc>
              <a:buNone/>
            </a:pPr>
            <a:r>
              <a:rPr lang="en-US" sz="1800" dirty="0">
                <a:solidFill>
                  <a:srgbClr val="3B3634"/>
                </a:solidFill>
                <a:latin typeface="Yu Gothic" pitchFamily="34" charset="0"/>
                <a:ea typeface="Yu Gothic" pitchFamily="34" charset="-122"/>
                <a:cs typeface="Yu Gothic" pitchFamily="34" charset="-120"/>
              </a:rPr>
              <a:t>と思うと、緊張以上にワクワクしていました。</a:t>
            </a:r>
            <a:endParaRPr lang="en-US" sz="1800" dirty="0"/>
          </a:p>
          <a:p>
            <a:pPr indent="0" marL="0">
              <a:lnSpc>
                <a:spcPts val="2800"/>
              </a:lnSpc>
              <a:buNone/>
            </a:pPr>
            <a:endParaRPr lang="en-US" sz="1800" dirty="0"/>
          </a:p>
          <a:p>
            <a:pPr indent="0" marL="0">
              <a:lnSpc>
                <a:spcPts val="2800"/>
              </a:lnSpc>
              <a:buNone/>
            </a:pPr>
            <a:r>
              <a:rPr lang="en-US" sz="1800" dirty="0">
                <a:solidFill>
                  <a:srgbClr val="3B3634"/>
                </a:solidFill>
                <a:latin typeface="Yu Gothic" pitchFamily="34" charset="0"/>
                <a:ea typeface="Yu Gothic" pitchFamily="34" charset="-122"/>
                <a:cs typeface="Yu Gothic" pitchFamily="34" charset="-120"/>
              </a:rPr>
              <a:t>不安がゼロになったからではありません。</a:t>
            </a:r>
            <a:endParaRPr lang="en-US" sz="1800" dirty="0"/>
          </a:p>
          <a:p>
            <a:pPr indent="0" marL="0">
              <a:lnSpc>
                <a:spcPts val="2800"/>
              </a:lnSpc>
              <a:buNone/>
            </a:pPr>
            <a:r>
              <a:rPr lang="en-US" sz="1800" dirty="0">
                <a:solidFill>
                  <a:srgbClr val="3B3634"/>
                </a:solidFill>
                <a:latin typeface="Yu Gothic" pitchFamily="34" charset="0"/>
                <a:ea typeface="Yu Gothic" pitchFamily="34" charset="-122"/>
                <a:cs typeface="Yu Gothic" pitchFamily="34" charset="-120"/>
              </a:rPr>
              <a:t>その時、自分に何ができるのかが</a:t>
            </a:r>
            <a:endParaRPr lang="en-US" sz="1800" dirty="0"/>
          </a:p>
          <a:p>
            <a:pPr indent="0" marL="0">
              <a:lnSpc>
                <a:spcPts val="2800"/>
              </a:lnSpc>
              <a:buNone/>
            </a:pPr>
            <a:r>
              <a:rPr lang="en-US" sz="1800" dirty="0">
                <a:solidFill>
                  <a:srgbClr val="3B3634"/>
                </a:solidFill>
                <a:latin typeface="Yu Gothic" pitchFamily="34" charset="0"/>
                <a:ea typeface="Yu Gothic" pitchFamily="34" charset="-122"/>
                <a:cs typeface="Yu Gothic" pitchFamily="34" charset="-120"/>
              </a:rPr>
              <a:t>わかるようになったからです。</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3　3つの思い込みを壊す</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10</a:t>
            </a:r>
            <a:endParaRPr lang="en-US" sz="1100" dirty="0"/>
          </a:p>
        </p:txBody>
      </p:sp>
      <p:sp>
        <p:nvSpPr>
          <p:cNvPr id="4" name="Text 2"/>
          <p:cNvSpPr txBox="1"/>
          <p:nvPr/>
        </p:nvSpPr>
        <p:spPr>
          <a:xfrm>
            <a:off x="457200" y="777240"/>
            <a:ext cx="8229600" cy="1188720"/>
          </a:xfrm>
          <a:prstGeom prst="rect">
            <a:avLst/>
          </a:prstGeom>
          <a:noFill/>
          <a:ln/>
        </p:spPr>
        <p:txBody>
          <a:bodyPr wrap="square" lIns="0" tIns="0" rIns="0" bIns="0" rtlCol="0" anchor="t"/>
          <a:lstStyle/>
          <a:p>
            <a:pPr algn="l" indent="0" marL="0">
              <a:lnSpc>
                <a:spcPts val="4350"/>
              </a:lnSpc>
              <a:buNone/>
            </a:pPr>
            <a:r>
              <a:rPr lang="en-US" sz="3000" b="1" dirty="0">
                <a:solidFill>
                  <a:srgbClr val="141416"/>
                </a:solidFill>
                <a:latin typeface="Yu Mincho" pitchFamily="34" charset="0"/>
                <a:ea typeface="Yu Mincho" pitchFamily="34" charset="-122"/>
                <a:cs typeface="Yu Mincho" pitchFamily="34" charset="-120"/>
              </a:rPr>
              <a:t>メンタルについて、</a:t>
            </a:r>
            <a:endParaRPr lang="en-US" sz="3000" dirty="0"/>
          </a:p>
          <a:p>
            <a:pPr algn="l" indent="0" marL="0">
              <a:lnSpc>
                <a:spcPts val="4350"/>
              </a:lnSpc>
              <a:buNone/>
            </a:pPr>
            <a:r>
              <a:rPr lang="en-US" sz="3000" b="1" dirty="0">
                <a:solidFill>
                  <a:srgbClr val="141416"/>
                </a:solidFill>
                <a:latin typeface="Yu Mincho" pitchFamily="34" charset="0"/>
                <a:ea typeface="Yu Mincho" pitchFamily="34" charset="-122"/>
                <a:cs typeface="Yu Mincho" pitchFamily="34" charset="-120"/>
              </a:rPr>
              <a:t>こんなふうに思っていませんか？</a:t>
            </a:r>
            <a:endParaRPr lang="en-US" sz="3000" dirty="0"/>
          </a:p>
        </p:txBody>
      </p:sp>
      <p:sp>
        <p:nvSpPr>
          <p:cNvPr id="5" name="Shape 3"/>
          <p:cNvSpPr/>
          <p:nvPr/>
        </p:nvSpPr>
        <p:spPr>
          <a:xfrm>
            <a:off x="457200" y="2340864"/>
            <a:ext cx="310896" cy="310896"/>
          </a:xfrm>
          <a:prstGeom prst="ellipse">
            <a:avLst/>
          </a:prstGeom>
          <a:solidFill>
            <a:srgbClr val="7A1524"/>
          </a:solidFill>
          <a:ln w="12700">
            <a:solidFill>
              <a:srgbClr val="7A1524"/>
            </a:solidFill>
            <a:prstDash val="solid"/>
          </a:ln>
        </p:spPr>
      </p:sp>
      <p:sp>
        <p:nvSpPr>
          <p:cNvPr id="6" name="Text 4"/>
          <p:cNvSpPr txBox="1"/>
          <p:nvPr/>
        </p:nvSpPr>
        <p:spPr>
          <a:xfrm>
            <a:off x="457200" y="234086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7" name="Text 5"/>
          <p:cNvSpPr txBox="1"/>
          <p:nvPr/>
        </p:nvSpPr>
        <p:spPr>
          <a:xfrm>
            <a:off x="932688" y="2286000"/>
            <a:ext cx="7132320" cy="420624"/>
          </a:xfrm>
          <a:prstGeom prst="rect">
            <a:avLst/>
          </a:prstGeom>
          <a:noFill/>
          <a:ln/>
        </p:spPr>
        <p:txBody>
          <a:bodyPr wrap="square" lIns="0" tIns="0" rIns="0" bIns="0" rtlCol="0" anchor="ctr"/>
          <a:lstStyle/>
          <a:p>
            <a:pPr indent="0" marL="0">
              <a:buNone/>
            </a:pPr>
            <a:r>
              <a:rPr lang="en-US" sz="2100" dirty="0">
                <a:solidFill>
                  <a:srgbClr val="3B3634"/>
                </a:solidFill>
                <a:latin typeface="Yu Gothic" pitchFamily="34" charset="0"/>
                <a:ea typeface="Yu Gothic" pitchFamily="34" charset="-122"/>
                <a:cs typeface="Yu Gothic" pitchFamily="34" charset="-120"/>
              </a:rPr>
              <a:t>強い人が勝つ</a:t>
            </a:r>
            <a:endParaRPr lang="en-US" sz="2100" dirty="0"/>
          </a:p>
        </p:txBody>
      </p:sp>
      <p:sp>
        <p:nvSpPr>
          <p:cNvPr id="8" name="Shape 6"/>
          <p:cNvSpPr/>
          <p:nvPr/>
        </p:nvSpPr>
        <p:spPr>
          <a:xfrm>
            <a:off x="457200" y="3017520"/>
            <a:ext cx="310896" cy="310896"/>
          </a:xfrm>
          <a:prstGeom prst="ellipse">
            <a:avLst/>
          </a:prstGeom>
          <a:solidFill>
            <a:srgbClr val="7A1524"/>
          </a:solidFill>
          <a:ln w="12700">
            <a:solidFill>
              <a:srgbClr val="7A1524"/>
            </a:solidFill>
            <a:prstDash val="solid"/>
          </a:ln>
        </p:spPr>
      </p:sp>
      <p:sp>
        <p:nvSpPr>
          <p:cNvPr id="9" name="Text 7"/>
          <p:cNvSpPr txBox="1"/>
          <p:nvPr/>
        </p:nvSpPr>
        <p:spPr>
          <a:xfrm>
            <a:off x="457200" y="30175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0" name="Text 8"/>
          <p:cNvSpPr txBox="1"/>
          <p:nvPr/>
        </p:nvSpPr>
        <p:spPr>
          <a:xfrm>
            <a:off x="932688" y="2962656"/>
            <a:ext cx="7132320" cy="420624"/>
          </a:xfrm>
          <a:prstGeom prst="rect">
            <a:avLst/>
          </a:prstGeom>
          <a:noFill/>
          <a:ln/>
        </p:spPr>
        <p:txBody>
          <a:bodyPr wrap="square" lIns="0" tIns="0" rIns="0" bIns="0" rtlCol="0" anchor="ctr"/>
          <a:lstStyle/>
          <a:p>
            <a:pPr indent="0" marL="0">
              <a:buNone/>
            </a:pPr>
            <a:r>
              <a:rPr lang="en-US" sz="2100" dirty="0">
                <a:solidFill>
                  <a:srgbClr val="3B3634"/>
                </a:solidFill>
                <a:latin typeface="Yu Gothic" pitchFamily="34" charset="0"/>
                <a:ea typeface="Yu Gothic" pitchFamily="34" charset="-122"/>
                <a:cs typeface="Yu Gothic" pitchFamily="34" charset="-120"/>
              </a:rPr>
              <a:t>不安は消さなければいけない</a:t>
            </a:r>
            <a:endParaRPr lang="en-US" sz="2100" dirty="0"/>
          </a:p>
        </p:txBody>
      </p:sp>
      <p:sp>
        <p:nvSpPr>
          <p:cNvPr id="11" name="Shape 9"/>
          <p:cNvSpPr/>
          <p:nvPr/>
        </p:nvSpPr>
        <p:spPr>
          <a:xfrm>
            <a:off x="457200" y="3694176"/>
            <a:ext cx="310896" cy="310896"/>
          </a:xfrm>
          <a:prstGeom prst="ellipse">
            <a:avLst/>
          </a:prstGeom>
          <a:solidFill>
            <a:srgbClr val="7A1524"/>
          </a:solidFill>
          <a:ln w="12700">
            <a:solidFill>
              <a:srgbClr val="7A1524"/>
            </a:solidFill>
            <a:prstDash val="solid"/>
          </a:ln>
        </p:spPr>
      </p:sp>
      <p:sp>
        <p:nvSpPr>
          <p:cNvPr id="12" name="Text 10"/>
          <p:cNvSpPr txBox="1"/>
          <p:nvPr/>
        </p:nvSpPr>
        <p:spPr>
          <a:xfrm>
            <a:off x="457200" y="369417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13" name="Text 11"/>
          <p:cNvSpPr txBox="1"/>
          <p:nvPr/>
        </p:nvSpPr>
        <p:spPr>
          <a:xfrm>
            <a:off x="932688" y="3639312"/>
            <a:ext cx="7132320" cy="420624"/>
          </a:xfrm>
          <a:prstGeom prst="rect">
            <a:avLst/>
          </a:prstGeom>
          <a:noFill/>
          <a:ln/>
        </p:spPr>
        <p:txBody>
          <a:bodyPr wrap="square" lIns="0" tIns="0" rIns="0" bIns="0" rtlCol="0" anchor="ctr"/>
          <a:lstStyle/>
          <a:p>
            <a:pPr indent="0" marL="0">
              <a:buNone/>
            </a:pPr>
            <a:r>
              <a:rPr lang="en-US" sz="2100" dirty="0">
                <a:solidFill>
                  <a:srgbClr val="3B3634"/>
                </a:solidFill>
                <a:latin typeface="Yu Gothic" pitchFamily="34" charset="0"/>
                <a:ea typeface="Yu Gothic" pitchFamily="34" charset="-122"/>
                <a:cs typeface="Yu Gothic" pitchFamily="34" charset="-120"/>
              </a:rPr>
              <a:t>本番に弱いのは性格だから仕方ない</a:t>
            </a:r>
            <a:endParaRPr lang="en-US" sz="2100" dirty="0"/>
          </a:p>
        </p:txBody>
      </p:sp>
      <p:sp>
        <p:nvSpPr>
          <p:cNvPr id="14" name="Text 12"/>
          <p:cNvSpPr txBox="1"/>
          <p:nvPr/>
        </p:nvSpPr>
        <p:spPr>
          <a:xfrm>
            <a:off x="457200" y="4434840"/>
            <a:ext cx="7863840" cy="411480"/>
          </a:xfrm>
          <a:prstGeom prst="rect">
            <a:avLst/>
          </a:prstGeom>
          <a:noFill/>
          <a:ln/>
        </p:spPr>
        <p:txBody>
          <a:bodyPr wrap="square" lIns="0" tIns="0" rIns="0" bIns="0" rtlCol="0" anchor="ctr"/>
          <a:lstStyle/>
          <a:p>
            <a:pPr indent="0" marL="0">
              <a:buNone/>
            </a:pPr>
            <a:r>
              <a:rPr lang="en-US" sz="1800" b="1" dirty="0">
                <a:solidFill>
                  <a:srgbClr val="7A1524"/>
                </a:solidFill>
                <a:latin typeface="Yu Gothic" pitchFamily="34" charset="0"/>
                <a:ea typeface="Yu Gothic" pitchFamily="34" charset="-122"/>
                <a:cs typeface="Yu Gothic" pitchFamily="34" charset="-120"/>
              </a:rPr>
              <a:t>実は私は、全部そう思っていました。</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3　3つの思い込みを壊す</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11</a:t>
            </a:r>
            <a:endParaRPr lang="en-US" sz="1100" dirty="0"/>
          </a:p>
        </p:txBody>
      </p:sp>
      <p:sp>
        <p:nvSpPr>
          <p:cNvPr id="4" name="Text 2"/>
          <p:cNvSpPr txBox="1"/>
          <p:nvPr/>
        </p:nvSpPr>
        <p:spPr>
          <a:xfrm>
            <a:off x="457200" y="777240"/>
            <a:ext cx="3657600" cy="365760"/>
          </a:xfrm>
          <a:prstGeom prst="rect">
            <a:avLst/>
          </a:prstGeom>
          <a:noFill/>
          <a:ln/>
        </p:spPr>
        <p:txBody>
          <a:bodyPr wrap="square" lIns="0" tIns="0" rIns="0" bIns="0" rtlCol="0" anchor="ctr"/>
          <a:lstStyle/>
          <a:p>
            <a:pPr indent="0" marL="0">
              <a:buNone/>
            </a:pPr>
            <a:r>
              <a:rPr lang="en-US" sz="1600" b="1" dirty="0">
                <a:solidFill>
                  <a:srgbClr val="A02236"/>
                </a:solidFill>
                <a:latin typeface="Yu Gothic" pitchFamily="34" charset="0"/>
                <a:ea typeface="Yu Gothic" pitchFamily="34" charset="-122"/>
                <a:cs typeface="Yu Gothic" pitchFamily="34" charset="-120"/>
              </a:rPr>
              <a:t>思い込み ①</a:t>
            </a:r>
            <a:endParaRPr lang="en-US" sz="1600" dirty="0"/>
          </a:p>
        </p:txBody>
      </p:sp>
      <p:sp>
        <p:nvSpPr>
          <p:cNvPr id="5" name="Text 3"/>
          <p:cNvSpPr txBox="1"/>
          <p:nvPr/>
        </p:nvSpPr>
        <p:spPr>
          <a:xfrm>
            <a:off x="457200" y="1188720"/>
            <a:ext cx="7863840" cy="1188720"/>
          </a:xfrm>
          <a:prstGeom prst="rect">
            <a:avLst/>
          </a:prstGeom>
          <a:noFill/>
          <a:ln/>
        </p:spPr>
        <p:txBody>
          <a:bodyPr wrap="square" lIns="0" tIns="0" rIns="0" bIns="0" rtlCol="0" anchor="t"/>
          <a:lstStyle/>
          <a:p>
            <a:pPr algn="l" indent="0" marL="0">
              <a:lnSpc>
                <a:spcPts val="4640"/>
              </a:lnSpc>
              <a:buNone/>
            </a:pPr>
            <a:r>
              <a:rPr lang="en-US" sz="3200" b="1" dirty="0">
                <a:solidFill>
                  <a:srgbClr val="141416"/>
                </a:solidFill>
                <a:latin typeface="Yu Mincho" pitchFamily="34" charset="0"/>
                <a:ea typeface="Yu Mincho" pitchFamily="34" charset="-122"/>
                <a:cs typeface="Yu Mincho" pitchFamily="34" charset="-120"/>
              </a:rPr>
              <a:t>「メンタルが強い人が勝つ」</a:t>
            </a:r>
            <a:endParaRPr lang="en-US" sz="3200" dirty="0"/>
          </a:p>
        </p:txBody>
      </p:sp>
      <p:sp>
        <p:nvSpPr>
          <p:cNvPr id="6" name="Shape 4"/>
          <p:cNvSpPr/>
          <p:nvPr/>
        </p:nvSpPr>
        <p:spPr>
          <a:xfrm>
            <a:off x="457200" y="2240280"/>
            <a:ext cx="7863840" cy="731520"/>
          </a:xfrm>
          <a:prstGeom prst="roundRect">
            <a:avLst>
              <a:gd name="adj" fmla="val 8750"/>
            </a:avLst>
          </a:prstGeom>
          <a:solidFill>
            <a:srgbClr val="FAF3F4"/>
          </a:solidFill>
          <a:ln w="12700">
            <a:solidFill>
              <a:srgbClr val="FAF3F4"/>
            </a:solidFill>
            <a:prstDash val="solid"/>
          </a:ln>
        </p:spPr>
      </p:sp>
      <p:sp>
        <p:nvSpPr>
          <p:cNvPr id="7" name="Text 5"/>
          <p:cNvSpPr txBox="1"/>
          <p:nvPr/>
        </p:nvSpPr>
        <p:spPr>
          <a:xfrm>
            <a:off x="822960" y="2240280"/>
            <a:ext cx="7406640" cy="731520"/>
          </a:xfrm>
          <a:prstGeom prst="rect">
            <a:avLst/>
          </a:prstGeom>
          <a:noFill/>
          <a:ln/>
        </p:spPr>
        <p:txBody>
          <a:bodyPr wrap="square" lIns="0" tIns="0" rIns="0" bIns="0" rtlCol="0" anchor="ctr"/>
          <a:lstStyle/>
          <a:p>
            <a:pPr indent="0" marL="0">
              <a:buNone/>
            </a:pPr>
            <a:r>
              <a:rPr lang="en-US" sz="2100" b="1" dirty="0">
                <a:solidFill>
                  <a:srgbClr val="7A1524"/>
                </a:solidFill>
                <a:latin typeface="Yu Gothic" pitchFamily="34" charset="0"/>
                <a:ea typeface="Yu Gothic" pitchFamily="34" charset="-122"/>
                <a:cs typeface="Yu Gothic" pitchFamily="34" charset="-120"/>
              </a:rPr>
              <a:t>違います。</a:t>
            </a:r>
            <a:endParaRPr lang="en-US" sz="2100" dirty="0"/>
          </a:p>
        </p:txBody>
      </p:sp>
      <p:sp>
        <p:nvSpPr>
          <p:cNvPr id="8" name="Text 6"/>
          <p:cNvSpPr txBox="1"/>
          <p:nvPr/>
        </p:nvSpPr>
        <p:spPr>
          <a:xfrm>
            <a:off x="457200" y="3291840"/>
            <a:ext cx="7863840" cy="1463040"/>
          </a:xfrm>
          <a:prstGeom prst="rect">
            <a:avLst/>
          </a:prstGeom>
          <a:noFill/>
          <a:ln/>
        </p:spPr>
        <p:txBody>
          <a:bodyPr wrap="square" lIns="0" tIns="0" rIns="0" bIns="0" rtlCol="0" anchor="ctr"/>
          <a:lstStyle/>
          <a:p>
            <a:pPr indent="0" marL="0">
              <a:lnSpc>
                <a:spcPts val="3200"/>
              </a:lnSpc>
              <a:buNone/>
            </a:pPr>
            <a:r>
              <a:rPr lang="en-US" sz="1900" dirty="0">
                <a:solidFill>
                  <a:srgbClr val="3B3634"/>
                </a:solidFill>
                <a:latin typeface="Yu Gothic" pitchFamily="34" charset="0"/>
                <a:ea typeface="Yu Gothic" pitchFamily="34" charset="-122"/>
                <a:cs typeface="Yu Gothic" pitchFamily="34" charset="-120"/>
              </a:rPr>
              <a:t>必要なのは「強い気持ち」より、</a:t>
            </a:r>
            <a:endParaRPr lang="en-US" sz="1900" dirty="0"/>
          </a:p>
          <a:p>
            <a:pPr indent="0" marL="0">
              <a:lnSpc>
                <a:spcPts val="3200"/>
              </a:lnSpc>
              <a:buNone/>
            </a:pPr>
            <a:r>
              <a:rPr lang="en-US" sz="1900" dirty="0">
                <a:solidFill>
                  <a:srgbClr val="3B3634"/>
                </a:solidFill>
                <a:latin typeface="Yu Gothic" pitchFamily="34" charset="0"/>
                <a:ea typeface="Yu Gothic" pitchFamily="34" charset="-122"/>
                <a:cs typeface="Yu Gothic" pitchFamily="34" charset="-120"/>
              </a:rPr>
              <a:t>大事な場面で</a:t>
            </a:r>
            <a:endParaRPr lang="en-US" sz="1900" dirty="0"/>
          </a:p>
          <a:p>
            <a:pPr indent="0" marL="0">
              <a:lnSpc>
                <a:spcPts val="3200"/>
              </a:lnSpc>
              <a:buNone/>
            </a:pPr>
            <a:r>
              <a:rPr lang="en-US" sz="1900" dirty="0">
                <a:solidFill>
                  <a:srgbClr val="3B3634"/>
                </a:solidFill>
                <a:latin typeface="Yu Gothic" pitchFamily="34" charset="0"/>
                <a:ea typeface="Yu Gothic" pitchFamily="34" charset="-122"/>
                <a:cs typeface="Yu Gothic" pitchFamily="34" charset="-120"/>
              </a:rPr>
              <a:t>「何をするかがわかること」。</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3　3つの思い込みを壊す</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12</a:t>
            </a:r>
            <a:endParaRPr lang="en-US" sz="1100" dirty="0"/>
          </a:p>
        </p:txBody>
      </p:sp>
      <p:sp>
        <p:nvSpPr>
          <p:cNvPr id="4" name="Text 2"/>
          <p:cNvSpPr txBox="1"/>
          <p:nvPr/>
        </p:nvSpPr>
        <p:spPr>
          <a:xfrm>
            <a:off x="457200" y="777240"/>
            <a:ext cx="3657600" cy="365760"/>
          </a:xfrm>
          <a:prstGeom prst="rect">
            <a:avLst/>
          </a:prstGeom>
          <a:noFill/>
          <a:ln/>
        </p:spPr>
        <p:txBody>
          <a:bodyPr wrap="square" lIns="0" tIns="0" rIns="0" bIns="0" rtlCol="0" anchor="ctr"/>
          <a:lstStyle/>
          <a:p>
            <a:pPr indent="0" marL="0">
              <a:buNone/>
            </a:pPr>
            <a:r>
              <a:rPr lang="en-US" sz="1600" b="1" dirty="0">
                <a:solidFill>
                  <a:srgbClr val="A02236"/>
                </a:solidFill>
                <a:latin typeface="Yu Gothic" pitchFamily="34" charset="0"/>
                <a:ea typeface="Yu Gothic" pitchFamily="34" charset="-122"/>
                <a:cs typeface="Yu Gothic" pitchFamily="34" charset="-120"/>
              </a:rPr>
              <a:t>思い込み ②</a:t>
            </a:r>
            <a:endParaRPr lang="en-US" sz="1600" dirty="0"/>
          </a:p>
        </p:txBody>
      </p:sp>
      <p:sp>
        <p:nvSpPr>
          <p:cNvPr id="5" name="Text 3"/>
          <p:cNvSpPr txBox="1"/>
          <p:nvPr/>
        </p:nvSpPr>
        <p:spPr>
          <a:xfrm>
            <a:off x="457200" y="1188720"/>
            <a:ext cx="7863840" cy="1188720"/>
          </a:xfrm>
          <a:prstGeom prst="rect">
            <a:avLst/>
          </a:prstGeom>
          <a:noFill/>
          <a:ln/>
        </p:spPr>
        <p:txBody>
          <a:bodyPr wrap="square" lIns="0" tIns="0" rIns="0" bIns="0" rtlCol="0" anchor="t"/>
          <a:lstStyle/>
          <a:p>
            <a:pPr algn="l" indent="0" marL="0">
              <a:lnSpc>
                <a:spcPts val="4640"/>
              </a:lnSpc>
              <a:buNone/>
            </a:pPr>
            <a:r>
              <a:rPr lang="en-US" sz="3200" b="1" dirty="0">
                <a:solidFill>
                  <a:srgbClr val="141416"/>
                </a:solidFill>
                <a:latin typeface="Yu Mincho" pitchFamily="34" charset="0"/>
                <a:ea typeface="Yu Mincho" pitchFamily="34" charset="-122"/>
                <a:cs typeface="Yu Mincho" pitchFamily="34" charset="-120"/>
              </a:rPr>
              <a:t>「不安は消さないといけない」</a:t>
            </a:r>
            <a:endParaRPr lang="en-US" sz="3200" dirty="0"/>
          </a:p>
        </p:txBody>
      </p:sp>
      <p:sp>
        <p:nvSpPr>
          <p:cNvPr id="6" name="Shape 4"/>
          <p:cNvSpPr/>
          <p:nvPr/>
        </p:nvSpPr>
        <p:spPr>
          <a:xfrm>
            <a:off x="457200" y="2240280"/>
            <a:ext cx="7863840" cy="731520"/>
          </a:xfrm>
          <a:prstGeom prst="roundRect">
            <a:avLst>
              <a:gd name="adj" fmla="val 8750"/>
            </a:avLst>
          </a:prstGeom>
          <a:solidFill>
            <a:srgbClr val="FAF3F4"/>
          </a:solidFill>
          <a:ln w="12700">
            <a:solidFill>
              <a:srgbClr val="FAF3F4"/>
            </a:solidFill>
            <a:prstDash val="solid"/>
          </a:ln>
        </p:spPr>
      </p:sp>
      <p:sp>
        <p:nvSpPr>
          <p:cNvPr id="7" name="Text 5"/>
          <p:cNvSpPr txBox="1"/>
          <p:nvPr/>
        </p:nvSpPr>
        <p:spPr>
          <a:xfrm>
            <a:off x="822960" y="2240280"/>
            <a:ext cx="7406640" cy="731520"/>
          </a:xfrm>
          <a:prstGeom prst="rect">
            <a:avLst/>
          </a:prstGeom>
          <a:noFill/>
          <a:ln/>
        </p:spPr>
        <p:txBody>
          <a:bodyPr wrap="square" lIns="0" tIns="0" rIns="0" bIns="0" rtlCol="0" anchor="ctr"/>
          <a:lstStyle/>
          <a:p>
            <a:pPr indent="0" marL="0">
              <a:buNone/>
            </a:pPr>
            <a:r>
              <a:rPr lang="en-US" sz="2100" b="1" dirty="0">
                <a:solidFill>
                  <a:srgbClr val="7A1524"/>
                </a:solidFill>
                <a:latin typeface="Yu Gothic" pitchFamily="34" charset="0"/>
                <a:ea typeface="Yu Gothic" pitchFamily="34" charset="-122"/>
                <a:cs typeface="Yu Gothic" pitchFamily="34" charset="-120"/>
              </a:rPr>
              <a:t>塗り替えなくていい。</a:t>
            </a:r>
            <a:endParaRPr lang="en-US" sz="2100" dirty="0"/>
          </a:p>
        </p:txBody>
      </p:sp>
      <p:sp>
        <p:nvSpPr>
          <p:cNvPr id="8" name="Text 6"/>
          <p:cNvSpPr txBox="1"/>
          <p:nvPr/>
        </p:nvSpPr>
        <p:spPr>
          <a:xfrm>
            <a:off x="457200" y="3291840"/>
            <a:ext cx="7863840" cy="1463040"/>
          </a:xfrm>
          <a:prstGeom prst="rect">
            <a:avLst/>
          </a:prstGeom>
          <a:noFill/>
          <a:ln/>
        </p:spPr>
        <p:txBody>
          <a:bodyPr wrap="square" lIns="0" tIns="0" rIns="0" bIns="0" rtlCol="0" anchor="ctr"/>
          <a:lstStyle/>
          <a:p>
            <a:pPr indent="0" marL="0">
              <a:lnSpc>
                <a:spcPts val="3200"/>
              </a:lnSpc>
              <a:buNone/>
            </a:pPr>
            <a:r>
              <a:rPr lang="en-US" sz="1900" dirty="0">
                <a:solidFill>
                  <a:srgbClr val="3B3634"/>
                </a:solidFill>
                <a:latin typeface="Yu Gothic" pitchFamily="34" charset="0"/>
                <a:ea typeface="Yu Gothic" pitchFamily="34" charset="-122"/>
                <a:cs typeface="Yu Gothic" pitchFamily="34" charset="-120"/>
              </a:rPr>
              <a:t>まず「私は今、不安なんだ」とわかる。</a:t>
            </a:r>
            <a:endParaRPr lang="en-US" sz="1900" dirty="0"/>
          </a:p>
          <a:p>
            <a:pPr indent="0" marL="0">
              <a:lnSpc>
                <a:spcPts val="3200"/>
              </a:lnSpc>
              <a:buNone/>
            </a:pPr>
            <a:r>
              <a:rPr lang="en-US" sz="1900" dirty="0">
                <a:solidFill>
                  <a:srgbClr val="3B3634"/>
                </a:solidFill>
                <a:latin typeface="Yu Gothic" pitchFamily="34" charset="0"/>
                <a:ea typeface="Yu Gothic" pitchFamily="34" charset="-122"/>
                <a:cs typeface="Yu Gothic" pitchFamily="34" charset="-120"/>
              </a:rPr>
              <a:t>そして「何が不安なの？」</a:t>
            </a:r>
            <a:endParaRPr lang="en-US" sz="1900" dirty="0"/>
          </a:p>
          <a:p>
            <a:pPr indent="0" marL="0">
              <a:lnSpc>
                <a:spcPts val="3200"/>
              </a:lnSpc>
              <a:buNone/>
            </a:pPr>
            <a:r>
              <a:rPr lang="en-US" sz="1900" dirty="0">
                <a:solidFill>
                  <a:srgbClr val="3B3634"/>
                </a:solidFill>
                <a:latin typeface="Yu Gothic" pitchFamily="34" charset="0"/>
                <a:ea typeface="Yu Gothic" pitchFamily="34" charset="-122"/>
                <a:cs typeface="Yu Gothic" pitchFamily="34" charset="-120"/>
              </a:rPr>
              <a:t>を整理する。</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3　3つの思い込みを壊す</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13</a:t>
            </a:r>
            <a:endParaRPr lang="en-US" sz="1100" dirty="0"/>
          </a:p>
        </p:txBody>
      </p:sp>
      <p:sp>
        <p:nvSpPr>
          <p:cNvPr id="4" name="Text 2"/>
          <p:cNvSpPr txBox="1"/>
          <p:nvPr/>
        </p:nvSpPr>
        <p:spPr>
          <a:xfrm>
            <a:off x="457200" y="777240"/>
            <a:ext cx="3657600" cy="365760"/>
          </a:xfrm>
          <a:prstGeom prst="rect">
            <a:avLst/>
          </a:prstGeom>
          <a:noFill/>
          <a:ln/>
        </p:spPr>
        <p:txBody>
          <a:bodyPr wrap="square" lIns="0" tIns="0" rIns="0" bIns="0" rtlCol="0" anchor="ctr"/>
          <a:lstStyle/>
          <a:p>
            <a:pPr indent="0" marL="0">
              <a:buNone/>
            </a:pPr>
            <a:r>
              <a:rPr lang="en-US" sz="1600" b="1" dirty="0">
                <a:solidFill>
                  <a:srgbClr val="A02236"/>
                </a:solidFill>
                <a:latin typeface="Yu Gothic" pitchFamily="34" charset="0"/>
                <a:ea typeface="Yu Gothic" pitchFamily="34" charset="-122"/>
                <a:cs typeface="Yu Gothic" pitchFamily="34" charset="-120"/>
              </a:rPr>
              <a:t>思い込み ③</a:t>
            </a:r>
            <a:endParaRPr lang="en-US" sz="1600" dirty="0"/>
          </a:p>
        </p:txBody>
      </p:sp>
      <p:sp>
        <p:nvSpPr>
          <p:cNvPr id="5" name="Text 3"/>
          <p:cNvSpPr txBox="1"/>
          <p:nvPr/>
        </p:nvSpPr>
        <p:spPr>
          <a:xfrm>
            <a:off x="457200" y="1188720"/>
            <a:ext cx="7863840" cy="1188720"/>
          </a:xfrm>
          <a:prstGeom prst="rect">
            <a:avLst/>
          </a:prstGeom>
          <a:noFill/>
          <a:ln/>
        </p:spPr>
        <p:txBody>
          <a:bodyPr wrap="square" lIns="0" tIns="0" rIns="0" bIns="0" rtlCol="0" anchor="t"/>
          <a:lstStyle/>
          <a:p>
            <a:pPr algn="l" indent="0" marL="0">
              <a:lnSpc>
                <a:spcPts val="4640"/>
              </a:lnSpc>
              <a:buNone/>
            </a:pPr>
            <a:r>
              <a:rPr lang="en-US" sz="3200" b="1" dirty="0">
                <a:solidFill>
                  <a:srgbClr val="141416"/>
                </a:solidFill>
                <a:latin typeface="Yu Mincho" pitchFamily="34" charset="0"/>
                <a:ea typeface="Yu Mincho" pitchFamily="34" charset="-122"/>
                <a:cs typeface="Yu Mincho" pitchFamily="34" charset="-120"/>
              </a:rPr>
              <a:t>「私は本番に弱い」</a:t>
            </a:r>
            <a:endParaRPr lang="en-US" sz="3200" dirty="0"/>
          </a:p>
        </p:txBody>
      </p:sp>
      <p:sp>
        <p:nvSpPr>
          <p:cNvPr id="6" name="Shape 4"/>
          <p:cNvSpPr/>
          <p:nvPr/>
        </p:nvSpPr>
        <p:spPr>
          <a:xfrm>
            <a:off x="457200" y="2240280"/>
            <a:ext cx="7863840" cy="731520"/>
          </a:xfrm>
          <a:prstGeom prst="roundRect">
            <a:avLst>
              <a:gd name="adj" fmla="val 8750"/>
            </a:avLst>
          </a:prstGeom>
          <a:solidFill>
            <a:srgbClr val="FAF3F4"/>
          </a:solidFill>
          <a:ln w="12700">
            <a:solidFill>
              <a:srgbClr val="FAF3F4"/>
            </a:solidFill>
            <a:prstDash val="solid"/>
          </a:ln>
        </p:spPr>
      </p:sp>
      <p:sp>
        <p:nvSpPr>
          <p:cNvPr id="7" name="Text 5"/>
          <p:cNvSpPr txBox="1"/>
          <p:nvPr/>
        </p:nvSpPr>
        <p:spPr>
          <a:xfrm>
            <a:off x="822960" y="2240280"/>
            <a:ext cx="7406640" cy="731520"/>
          </a:xfrm>
          <a:prstGeom prst="rect">
            <a:avLst/>
          </a:prstGeom>
          <a:noFill/>
          <a:ln/>
        </p:spPr>
        <p:txBody>
          <a:bodyPr wrap="square" lIns="0" tIns="0" rIns="0" bIns="0" rtlCol="0" anchor="ctr"/>
          <a:lstStyle/>
          <a:p>
            <a:pPr indent="0" marL="0">
              <a:buNone/>
            </a:pPr>
            <a:r>
              <a:rPr lang="en-US" sz="2100" b="1" dirty="0">
                <a:solidFill>
                  <a:srgbClr val="7A1524"/>
                </a:solidFill>
                <a:latin typeface="Yu Gothic" pitchFamily="34" charset="0"/>
                <a:ea typeface="Yu Gothic" pitchFamily="34" charset="-122"/>
                <a:cs typeface="Yu Gothic" pitchFamily="34" charset="-120"/>
              </a:rPr>
              <a:t>決めつけないで。</a:t>
            </a:r>
            <a:endParaRPr lang="en-US" sz="2100" dirty="0"/>
          </a:p>
        </p:txBody>
      </p:sp>
      <p:sp>
        <p:nvSpPr>
          <p:cNvPr id="8" name="Text 6"/>
          <p:cNvSpPr txBox="1"/>
          <p:nvPr/>
        </p:nvSpPr>
        <p:spPr>
          <a:xfrm>
            <a:off x="457200" y="3291840"/>
            <a:ext cx="7863840" cy="1463040"/>
          </a:xfrm>
          <a:prstGeom prst="rect">
            <a:avLst/>
          </a:prstGeom>
          <a:noFill/>
          <a:ln/>
        </p:spPr>
        <p:txBody>
          <a:bodyPr wrap="square" lIns="0" tIns="0" rIns="0" bIns="0" rtlCol="0" anchor="ctr"/>
          <a:lstStyle/>
          <a:p>
            <a:pPr indent="0" marL="0">
              <a:lnSpc>
                <a:spcPts val="3200"/>
              </a:lnSpc>
              <a:buNone/>
            </a:pPr>
            <a:r>
              <a:rPr lang="en-US" sz="1900" dirty="0">
                <a:solidFill>
                  <a:srgbClr val="3B3634"/>
                </a:solidFill>
                <a:latin typeface="Yu Gothic" pitchFamily="34" charset="0"/>
                <a:ea typeface="Yu Gothic" pitchFamily="34" charset="-122"/>
                <a:cs typeface="Yu Gothic" pitchFamily="34" charset="-120"/>
              </a:rPr>
              <a:t>「どんな場面で、どうなりやすい？」</a:t>
            </a:r>
            <a:endParaRPr lang="en-US" sz="1900" dirty="0"/>
          </a:p>
          <a:p>
            <a:pPr indent="0" marL="0">
              <a:lnSpc>
                <a:spcPts val="3200"/>
              </a:lnSpc>
              <a:buNone/>
            </a:pPr>
            <a:r>
              <a:rPr lang="en-US" sz="1900" dirty="0">
                <a:solidFill>
                  <a:srgbClr val="3B3634"/>
                </a:solidFill>
                <a:latin typeface="Yu Gothic" pitchFamily="34" charset="0"/>
                <a:ea typeface="Yu Gothic" pitchFamily="34" charset="-122"/>
                <a:cs typeface="Yu Gothic" pitchFamily="34" charset="-120"/>
              </a:rPr>
              <a:t>を知る。</a:t>
            </a:r>
            <a:endParaRPr lang="en-US" sz="1900" dirty="0"/>
          </a:p>
          <a:p>
            <a:pPr indent="0" marL="0">
              <a:lnSpc>
                <a:spcPts val="3200"/>
              </a:lnSpc>
              <a:buNone/>
            </a:pPr>
            <a:r>
              <a:rPr lang="en-US" sz="1900" dirty="0">
                <a:solidFill>
                  <a:srgbClr val="3B3634"/>
                </a:solidFill>
                <a:latin typeface="Yu Gothic" pitchFamily="34" charset="0"/>
                <a:ea typeface="Yu Gothic" pitchFamily="34" charset="-122"/>
                <a:cs typeface="Yu Gothic" pitchFamily="34" charset="-120"/>
              </a:rPr>
              <a:t>性格ではなく、パターンとして見る。</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540E19"/>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F0B9C3"/>
                </a:solidFill>
                <a:latin typeface="Yu Gothic" pitchFamily="34" charset="0"/>
                <a:ea typeface="Yu Gothic" pitchFamily="34" charset="-122"/>
                <a:cs typeface="Yu Gothic" pitchFamily="34" charset="-120"/>
              </a:rPr>
              <a:t>PHASE 3　3つの思い込みを壊す</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8A6870"/>
                </a:solidFill>
                <a:latin typeface="Yu Gothic" pitchFamily="34" charset="0"/>
                <a:ea typeface="Yu Gothic" pitchFamily="34" charset="-122"/>
                <a:cs typeface="Yu Gothic" pitchFamily="34" charset="-120"/>
              </a:rPr>
              <a:t>14</a:t>
            </a:r>
            <a:endParaRPr lang="en-US" sz="1100" dirty="0"/>
          </a:p>
        </p:txBody>
      </p:sp>
      <p:sp>
        <p:nvSpPr>
          <p:cNvPr id="4" name="Text 2"/>
          <p:cNvSpPr txBox="1"/>
          <p:nvPr/>
        </p:nvSpPr>
        <p:spPr>
          <a:xfrm>
            <a:off x="457200" y="841248"/>
            <a:ext cx="7863840" cy="384048"/>
          </a:xfrm>
          <a:prstGeom prst="rect">
            <a:avLst/>
          </a:prstGeom>
          <a:noFill/>
          <a:ln/>
        </p:spPr>
        <p:txBody>
          <a:bodyPr wrap="square" lIns="0" tIns="0" rIns="0" bIns="0" rtlCol="0" anchor="ctr"/>
          <a:lstStyle/>
          <a:p>
            <a:pPr indent="0" marL="0">
              <a:buNone/>
            </a:pPr>
            <a:r>
              <a:rPr lang="en-US" sz="2000" b="1" dirty="0">
                <a:solidFill>
                  <a:srgbClr val="F0B9C3"/>
                </a:solidFill>
                <a:latin typeface="Yu Gothic" pitchFamily="34" charset="0"/>
                <a:ea typeface="Yu Gothic" pitchFamily="34" charset="-122"/>
                <a:cs typeface="Yu Gothic" pitchFamily="34" charset="-120"/>
              </a:rPr>
              <a:t>私がたどり着いた答え</a:t>
            </a:r>
            <a:endParaRPr lang="en-US" sz="2000" dirty="0"/>
          </a:p>
        </p:txBody>
      </p:sp>
      <p:sp>
        <p:nvSpPr>
          <p:cNvPr id="5" name="Text 3"/>
          <p:cNvSpPr txBox="1"/>
          <p:nvPr/>
        </p:nvSpPr>
        <p:spPr>
          <a:xfrm>
            <a:off x="457200" y="1371600"/>
            <a:ext cx="7863840" cy="1371600"/>
          </a:xfrm>
          <a:prstGeom prst="rect">
            <a:avLst/>
          </a:prstGeom>
          <a:noFill/>
          <a:ln/>
        </p:spPr>
        <p:txBody>
          <a:bodyPr wrap="square" lIns="0" tIns="0" rIns="0" bIns="0" rtlCol="0" anchor="ctr"/>
          <a:lstStyle/>
          <a:p>
            <a:pPr indent="0" marL="0">
              <a:lnSpc>
                <a:spcPts val="4200"/>
              </a:lnSpc>
              <a:buNone/>
            </a:pPr>
            <a:r>
              <a:rPr lang="en-US" sz="2700" b="1" dirty="0">
                <a:solidFill>
                  <a:srgbClr val="FFFFFF"/>
                </a:solidFill>
                <a:latin typeface="Yu Mincho" pitchFamily="34" charset="0"/>
                <a:ea typeface="Yu Mincho" pitchFamily="34" charset="-122"/>
                <a:cs typeface="Yu Mincho" pitchFamily="34" charset="-120"/>
              </a:rPr>
              <a:t>自分しか、</a:t>
            </a:r>
            <a:endParaRPr lang="en-US" sz="2700" dirty="0"/>
          </a:p>
          <a:p>
            <a:pPr indent="0" marL="0">
              <a:lnSpc>
                <a:spcPts val="4200"/>
              </a:lnSpc>
              <a:buNone/>
            </a:pPr>
            <a:r>
              <a:rPr lang="en-US" sz="2700" b="1" dirty="0">
                <a:solidFill>
                  <a:srgbClr val="FFFFFF"/>
                </a:solidFill>
                <a:latin typeface="Yu Mincho" pitchFamily="34" charset="0"/>
                <a:ea typeface="Yu Mincho" pitchFamily="34" charset="-122"/>
                <a:cs typeface="Yu Mincho" pitchFamily="34" charset="-120"/>
              </a:rPr>
              <a:t>自分のメンタルは変えられない。</a:t>
            </a:r>
            <a:endParaRPr lang="en-US" sz="2700" dirty="0"/>
          </a:p>
        </p:txBody>
      </p:sp>
      <p:sp>
        <p:nvSpPr>
          <p:cNvPr id="6" name="Text 4"/>
          <p:cNvSpPr txBox="1"/>
          <p:nvPr/>
        </p:nvSpPr>
        <p:spPr>
          <a:xfrm>
            <a:off x="457200" y="2971800"/>
            <a:ext cx="7863840" cy="457200"/>
          </a:xfrm>
          <a:prstGeom prst="rect">
            <a:avLst/>
          </a:prstGeom>
          <a:noFill/>
          <a:ln/>
        </p:spPr>
        <p:txBody>
          <a:bodyPr wrap="square" lIns="0" tIns="0" rIns="0" bIns="0" rtlCol="0" anchor="ctr"/>
          <a:lstStyle/>
          <a:p>
            <a:pPr indent="0" marL="0">
              <a:buNone/>
            </a:pPr>
            <a:r>
              <a:rPr lang="en-US" sz="1900" dirty="0">
                <a:solidFill>
                  <a:srgbClr val="E8D3D7"/>
                </a:solidFill>
                <a:latin typeface="Yu Gothic" pitchFamily="34" charset="0"/>
                <a:ea typeface="Yu Gothic" pitchFamily="34" charset="-122"/>
                <a:cs typeface="Yu Gothic" pitchFamily="34" charset="-120"/>
              </a:rPr>
              <a:t>でも逆に言えば、自分で変えることができる。</a:t>
            </a:r>
            <a:endParaRPr lang="en-US" sz="1900" dirty="0"/>
          </a:p>
        </p:txBody>
      </p:sp>
      <p:sp>
        <p:nvSpPr>
          <p:cNvPr id="7" name="Shape 5"/>
          <p:cNvSpPr/>
          <p:nvPr/>
        </p:nvSpPr>
        <p:spPr>
          <a:xfrm>
            <a:off x="457200" y="3703320"/>
            <a:ext cx="7863840" cy="822960"/>
          </a:xfrm>
          <a:prstGeom prst="roundRect">
            <a:avLst>
              <a:gd name="adj" fmla="val 8889"/>
            </a:avLst>
          </a:prstGeom>
          <a:solidFill>
            <a:srgbClr val="A02236"/>
          </a:solidFill>
          <a:ln w="12700">
            <a:solidFill>
              <a:srgbClr val="A02236"/>
            </a:solidFill>
            <a:prstDash val="solid"/>
          </a:ln>
        </p:spPr>
      </p:sp>
      <p:sp>
        <p:nvSpPr>
          <p:cNvPr id="8" name="Text 6"/>
          <p:cNvSpPr txBox="1"/>
          <p:nvPr/>
        </p:nvSpPr>
        <p:spPr>
          <a:xfrm>
            <a:off x="822960" y="3703320"/>
            <a:ext cx="7406640" cy="822960"/>
          </a:xfrm>
          <a:prstGeom prst="rect">
            <a:avLst/>
          </a:prstGeom>
          <a:noFill/>
          <a:ln/>
        </p:spPr>
        <p:txBody>
          <a:bodyPr wrap="square" lIns="0" tIns="0" rIns="0" bIns="0" rtlCol="0" anchor="ctr"/>
          <a:lstStyle/>
          <a:p>
            <a:pPr indent="0" marL="0">
              <a:buNone/>
            </a:pPr>
            <a:r>
              <a:rPr lang="en-US" sz="1900" b="1" dirty="0">
                <a:solidFill>
                  <a:srgbClr val="FFFFFF"/>
                </a:solidFill>
                <a:latin typeface="Yu Gothic" pitchFamily="34" charset="0"/>
                <a:ea typeface="Yu Gothic" pitchFamily="34" charset="-122"/>
                <a:cs typeface="Yu Gothic" pitchFamily="34" charset="-120"/>
              </a:rPr>
              <a:t>メンタルは、トレーニングできるスキルです。</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4　メンタルトレーニングとは</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15</a:t>
            </a:r>
            <a:endParaRPr lang="en-US" sz="1100" dirty="0"/>
          </a:p>
        </p:txBody>
      </p:sp>
      <p:sp>
        <p:nvSpPr>
          <p:cNvPr id="4" name="Text 2"/>
          <p:cNvSpPr txBox="1"/>
          <p:nvPr/>
        </p:nvSpPr>
        <p:spPr>
          <a:xfrm>
            <a:off x="457200" y="777240"/>
            <a:ext cx="8229600" cy="1188720"/>
          </a:xfrm>
          <a:prstGeom prst="rect">
            <a:avLst/>
          </a:prstGeom>
          <a:noFill/>
          <a:ln/>
        </p:spPr>
        <p:txBody>
          <a:bodyPr wrap="square" lIns="0" tIns="0" rIns="0" bIns="0" rtlCol="0" anchor="t"/>
          <a:lstStyle/>
          <a:p>
            <a:pPr algn="l" indent="0" marL="0">
              <a:lnSpc>
                <a:spcPts val="4205"/>
              </a:lnSpc>
              <a:buNone/>
            </a:pPr>
            <a:r>
              <a:rPr lang="en-US" sz="2900" b="1" dirty="0">
                <a:solidFill>
                  <a:srgbClr val="141416"/>
                </a:solidFill>
                <a:latin typeface="Yu Mincho" pitchFamily="34" charset="0"/>
                <a:ea typeface="Yu Mincho" pitchFamily="34" charset="-122"/>
                <a:cs typeface="Yu Mincho" pitchFamily="34" charset="-120"/>
              </a:rPr>
              <a:t>メンタルトレーニングは</a:t>
            </a:r>
            <a:endParaRPr lang="en-US" sz="2900" dirty="0"/>
          </a:p>
          <a:p>
            <a:pPr algn="l" indent="0" marL="0">
              <a:lnSpc>
                <a:spcPts val="4205"/>
              </a:lnSpc>
              <a:buNone/>
            </a:pPr>
            <a:r>
              <a:rPr lang="en-US" sz="2900" b="1" dirty="0">
                <a:solidFill>
                  <a:srgbClr val="141416"/>
                </a:solidFill>
                <a:latin typeface="Yu Mincho" pitchFamily="34" charset="0"/>
                <a:ea typeface="Yu Mincho" pitchFamily="34" charset="-122"/>
                <a:cs typeface="Yu Mincho" pitchFamily="34" charset="-120"/>
              </a:rPr>
              <a:t>「前向きになる練習」ではない</a:t>
            </a:r>
            <a:endParaRPr lang="en-US" sz="2900" dirty="0"/>
          </a:p>
        </p:txBody>
      </p:sp>
      <p:sp>
        <p:nvSpPr>
          <p:cNvPr id="5" name="Shape 3"/>
          <p:cNvSpPr/>
          <p:nvPr/>
        </p:nvSpPr>
        <p:spPr>
          <a:xfrm>
            <a:off x="457200" y="2157984"/>
            <a:ext cx="310896" cy="310896"/>
          </a:xfrm>
          <a:prstGeom prst="ellipse">
            <a:avLst/>
          </a:prstGeom>
          <a:solidFill>
            <a:srgbClr val="7A1524"/>
          </a:solidFill>
          <a:ln w="12700">
            <a:solidFill>
              <a:srgbClr val="7A1524"/>
            </a:solidFill>
            <a:prstDash val="solid"/>
          </a:ln>
        </p:spPr>
      </p:sp>
      <p:sp>
        <p:nvSpPr>
          <p:cNvPr id="6" name="Text 4"/>
          <p:cNvSpPr txBox="1"/>
          <p:nvPr/>
        </p:nvSpPr>
        <p:spPr>
          <a:xfrm>
            <a:off x="457200" y="215798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7" name="Text 5"/>
          <p:cNvSpPr txBox="1"/>
          <p:nvPr/>
        </p:nvSpPr>
        <p:spPr>
          <a:xfrm>
            <a:off x="932688" y="2103120"/>
            <a:ext cx="7132320" cy="420624"/>
          </a:xfrm>
          <a:prstGeom prst="rect">
            <a:avLst/>
          </a:prstGeom>
          <a:noFill/>
          <a:ln/>
        </p:spPr>
        <p:txBody>
          <a:bodyPr wrap="square" lIns="0" tIns="0" rIns="0" bIns="0" rtlCol="0" anchor="ctr"/>
          <a:lstStyle/>
          <a:p>
            <a:pPr indent="0" marL="0">
              <a:buNone/>
            </a:pPr>
            <a:r>
              <a:rPr lang="en-US" sz="1800" dirty="0">
                <a:solidFill>
                  <a:srgbClr val="3B3634"/>
                </a:solidFill>
                <a:latin typeface="Yu Gothic" pitchFamily="34" charset="0"/>
                <a:ea typeface="Yu Gothic" pitchFamily="34" charset="-122"/>
                <a:cs typeface="Yu Gothic" pitchFamily="34" charset="-120"/>
              </a:rPr>
              <a:t>今の状態がわかる</a:t>
            </a:r>
            <a:endParaRPr lang="en-US" sz="1800" dirty="0"/>
          </a:p>
        </p:txBody>
      </p:sp>
      <p:sp>
        <p:nvSpPr>
          <p:cNvPr id="8" name="Shape 6"/>
          <p:cNvSpPr/>
          <p:nvPr/>
        </p:nvSpPr>
        <p:spPr>
          <a:xfrm>
            <a:off x="457200" y="2651760"/>
            <a:ext cx="310896" cy="310896"/>
          </a:xfrm>
          <a:prstGeom prst="ellipse">
            <a:avLst/>
          </a:prstGeom>
          <a:solidFill>
            <a:srgbClr val="7A1524"/>
          </a:solidFill>
          <a:ln w="12700">
            <a:solidFill>
              <a:srgbClr val="7A1524"/>
            </a:solidFill>
            <a:prstDash val="solid"/>
          </a:ln>
        </p:spPr>
      </p:sp>
      <p:sp>
        <p:nvSpPr>
          <p:cNvPr id="9" name="Text 7"/>
          <p:cNvSpPr txBox="1"/>
          <p:nvPr/>
        </p:nvSpPr>
        <p:spPr>
          <a:xfrm>
            <a:off x="457200" y="265176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0" name="Text 8"/>
          <p:cNvSpPr txBox="1"/>
          <p:nvPr/>
        </p:nvSpPr>
        <p:spPr>
          <a:xfrm>
            <a:off x="932688" y="2596896"/>
            <a:ext cx="7132320" cy="420624"/>
          </a:xfrm>
          <a:prstGeom prst="rect">
            <a:avLst/>
          </a:prstGeom>
          <a:noFill/>
          <a:ln/>
        </p:spPr>
        <p:txBody>
          <a:bodyPr wrap="square" lIns="0" tIns="0" rIns="0" bIns="0" rtlCol="0" anchor="ctr"/>
          <a:lstStyle/>
          <a:p>
            <a:pPr indent="0" marL="0">
              <a:buNone/>
            </a:pPr>
            <a:r>
              <a:rPr lang="en-US" sz="1800" dirty="0">
                <a:solidFill>
                  <a:srgbClr val="3B3634"/>
                </a:solidFill>
                <a:latin typeface="Yu Gothic" pitchFamily="34" charset="0"/>
                <a:ea typeface="Yu Gothic" pitchFamily="34" charset="-122"/>
                <a:cs typeface="Yu Gothic" pitchFamily="34" charset="-120"/>
              </a:rPr>
              <a:t>原因がわかる</a:t>
            </a:r>
            <a:endParaRPr lang="en-US" sz="1800" dirty="0"/>
          </a:p>
        </p:txBody>
      </p:sp>
      <p:sp>
        <p:nvSpPr>
          <p:cNvPr id="11" name="Shape 9"/>
          <p:cNvSpPr/>
          <p:nvPr/>
        </p:nvSpPr>
        <p:spPr>
          <a:xfrm>
            <a:off x="457200" y="3145536"/>
            <a:ext cx="310896" cy="310896"/>
          </a:xfrm>
          <a:prstGeom prst="ellipse">
            <a:avLst/>
          </a:prstGeom>
          <a:solidFill>
            <a:srgbClr val="7A1524"/>
          </a:solidFill>
          <a:ln w="12700">
            <a:solidFill>
              <a:srgbClr val="7A1524"/>
            </a:solidFill>
            <a:prstDash val="solid"/>
          </a:ln>
        </p:spPr>
      </p:sp>
      <p:sp>
        <p:nvSpPr>
          <p:cNvPr id="12" name="Text 10"/>
          <p:cNvSpPr txBox="1"/>
          <p:nvPr/>
        </p:nvSpPr>
        <p:spPr>
          <a:xfrm>
            <a:off x="457200" y="314553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13" name="Text 11"/>
          <p:cNvSpPr txBox="1"/>
          <p:nvPr/>
        </p:nvSpPr>
        <p:spPr>
          <a:xfrm>
            <a:off x="932688" y="3090672"/>
            <a:ext cx="7132320" cy="420624"/>
          </a:xfrm>
          <a:prstGeom prst="rect">
            <a:avLst/>
          </a:prstGeom>
          <a:noFill/>
          <a:ln/>
        </p:spPr>
        <p:txBody>
          <a:bodyPr wrap="square" lIns="0" tIns="0" rIns="0" bIns="0" rtlCol="0" anchor="ctr"/>
          <a:lstStyle/>
          <a:p>
            <a:pPr indent="0" marL="0">
              <a:buNone/>
            </a:pPr>
            <a:r>
              <a:rPr lang="en-US" sz="1800" dirty="0">
                <a:solidFill>
                  <a:srgbClr val="3B3634"/>
                </a:solidFill>
                <a:latin typeface="Yu Gothic" pitchFamily="34" charset="0"/>
                <a:ea typeface="Yu Gothic" pitchFamily="34" charset="-122"/>
                <a:cs typeface="Yu Gothic" pitchFamily="34" charset="-120"/>
              </a:rPr>
              <a:t>自分で変えられることがわかる</a:t>
            </a:r>
            <a:endParaRPr lang="en-US" sz="1800" dirty="0"/>
          </a:p>
        </p:txBody>
      </p:sp>
      <p:sp>
        <p:nvSpPr>
          <p:cNvPr id="14" name="Shape 12"/>
          <p:cNvSpPr/>
          <p:nvPr/>
        </p:nvSpPr>
        <p:spPr>
          <a:xfrm>
            <a:off x="457200" y="3639312"/>
            <a:ext cx="310896" cy="310896"/>
          </a:xfrm>
          <a:prstGeom prst="ellipse">
            <a:avLst/>
          </a:prstGeom>
          <a:solidFill>
            <a:srgbClr val="7A1524"/>
          </a:solidFill>
          <a:ln w="12700">
            <a:solidFill>
              <a:srgbClr val="7A1524"/>
            </a:solidFill>
            <a:prstDash val="solid"/>
          </a:ln>
        </p:spPr>
      </p:sp>
      <p:sp>
        <p:nvSpPr>
          <p:cNvPr id="15" name="Text 13"/>
          <p:cNvSpPr txBox="1"/>
          <p:nvPr/>
        </p:nvSpPr>
        <p:spPr>
          <a:xfrm>
            <a:off x="457200" y="363931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4</a:t>
            </a:r>
            <a:endParaRPr lang="en-US" sz="1300" dirty="0"/>
          </a:p>
        </p:txBody>
      </p:sp>
      <p:sp>
        <p:nvSpPr>
          <p:cNvPr id="16" name="Text 14"/>
          <p:cNvSpPr txBox="1"/>
          <p:nvPr/>
        </p:nvSpPr>
        <p:spPr>
          <a:xfrm>
            <a:off x="932688" y="3584448"/>
            <a:ext cx="7132320" cy="420624"/>
          </a:xfrm>
          <a:prstGeom prst="rect">
            <a:avLst/>
          </a:prstGeom>
          <a:noFill/>
          <a:ln/>
        </p:spPr>
        <p:txBody>
          <a:bodyPr wrap="square" lIns="0" tIns="0" rIns="0" bIns="0" rtlCol="0" anchor="ctr"/>
          <a:lstStyle/>
          <a:p>
            <a:pPr indent="0" marL="0">
              <a:buNone/>
            </a:pPr>
            <a:r>
              <a:rPr lang="en-US" sz="1800" dirty="0">
                <a:solidFill>
                  <a:srgbClr val="3B3634"/>
                </a:solidFill>
                <a:latin typeface="Yu Gothic" pitchFamily="34" charset="0"/>
                <a:ea typeface="Yu Gothic" pitchFamily="34" charset="-122"/>
                <a:cs typeface="Yu Gothic" pitchFamily="34" charset="-120"/>
              </a:rPr>
              <a:t>次の行動を決める</a:t>
            </a:r>
            <a:endParaRPr lang="en-US" sz="1800" dirty="0"/>
          </a:p>
        </p:txBody>
      </p:sp>
      <p:sp>
        <p:nvSpPr>
          <p:cNvPr id="17" name="Shape 15"/>
          <p:cNvSpPr/>
          <p:nvPr/>
        </p:nvSpPr>
        <p:spPr>
          <a:xfrm>
            <a:off x="457200" y="4133088"/>
            <a:ext cx="310896" cy="310896"/>
          </a:xfrm>
          <a:prstGeom prst="ellipse">
            <a:avLst/>
          </a:prstGeom>
          <a:solidFill>
            <a:srgbClr val="7A1524"/>
          </a:solidFill>
          <a:ln w="12700">
            <a:solidFill>
              <a:srgbClr val="7A1524"/>
            </a:solidFill>
            <a:prstDash val="solid"/>
          </a:ln>
        </p:spPr>
      </p:sp>
      <p:sp>
        <p:nvSpPr>
          <p:cNvPr id="18" name="Text 16"/>
          <p:cNvSpPr txBox="1"/>
          <p:nvPr/>
        </p:nvSpPr>
        <p:spPr>
          <a:xfrm>
            <a:off x="457200" y="41330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5</a:t>
            </a:r>
            <a:endParaRPr lang="en-US" sz="1300" dirty="0"/>
          </a:p>
        </p:txBody>
      </p:sp>
      <p:sp>
        <p:nvSpPr>
          <p:cNvPr id="19" name="Text 17"/>
          <p:cNvSpPr txBox="1"/>
          <p:nvPr/>
        </p:nvSpPr>
        <p:spPr>
          <a:xfrm>
            <a:off x="932688" y="4078224"/>
            <a:ext cx="7132320" cy="420624"/>
          </a:xfrm>
          <a:prstGeom prst="rect">
            <a:avLst/>
          </a:prstGeom>
          <a:noFill/>
          <a:ln/>
        </p:spPr>
        <p:txBody>
          <a:bodyPr wrap="square" lIns="0" tIns="0" rIns="0" bIns="0" rtlCol="0" anchor="ctr"/>
          <a:lstStyle/>
          <a:p>
            <a:pPr indent="0" marL="0">
              <a:buNone/>
            </a:pPr>
            <a:r>
              <a:rPr lang="en-US" sz="1800" dirty="0">
                <a:solidFill>
                  <a:srgbClr val="3B3634"/>
                </a:solidFill>
                <a:latin typeface="Yu Gothic" pitchFamily="34" charset="0"/>
                <a:ea typeface="Yu Gothic" pitchFamily="34" charset="-122"/>
                <a:cs typeface="Yu Gothic" pitchFamily="34" charset="-120"/>
              </a:rPr>
              <a:t>実際にやってみる</a:t>
            </a:r>
            <a:endParaRPr lang="en-US" sz="1800" dirty="0"/>
          </a:p>
        </p:txBody>
      </p:sp>
      <p:sp>
        <p:nvSpPr>
          <p:cNvPr id="20" name="Text 18"/>
          <p:cNvSpPr txBox="1"/>
          <p:nvPr/>
        </p:nvSpPr>
        <p:spPr>
          <a:xfrm>
            <a:off x="457200" y="4572000"/>
            <a:ext cx="7863840" cy="384048"/>
          </a:xfrm>
          <a:prstGeom prst="rect">
            <a:avLst/>
          </a:prstGeom>
          <a:noFill/>
          <a:ln/>
        </p:spPr>
        <p:txBody>
          <a:bodyPr wrap="square" lIns="0" tIns="0" rIns="0" bIns="0" rtlCol="0" anchor="ctr"/>
          <a:lstStyle/>
          <a:p>
            <a:pPr indent="0" marL="0">
              <a:buNone/>
            </a:pPr>
            <a:r>
              <a:rPr lang="en-US" sz="1800" b="1" dirty="0">
                <a:solidFill>
                  <a:srgbClr val="7A1524"/>
                </a:solidFill>
                <a:latin typeface="Yu Gothic" pitchFamily="34" charset="0"/>
                <a:ea typeface="Yu Gothic" pitchFamily="34" charset="-122"/>
                <a:cs typeface="Yu Gothic" pitchFamily="34" charset="-120"/>
              </a:rPr>
              <a:t>この繰り返しです。</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4　メンタルトレーニングとは</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16</a:t>
            </a:r>
            <a:endParaRPr lang="en-US" sz="1100" dirty="0"/>
          </a:p>
        </p:txBody>
      </p:sp>
      <p:sp>
        <p:nvSpPr>
          <p:cNvPr id="4" name="Text 2"/>
          <p:cNvSpPr txBox="1"/>
          <p:nvPr/>
        </p:nvSpPr>
        <p:spPr>
          <a:xfrm>
            <a:off x="457200" y="777240"/>
            <a:ext cx="8138160" cy="1188720"/>
          </a:xfrm>
          <a:prstGeom prst="rect">
            <a:avLst/>
          </a:prstGeom>
          <a:noFill/>
          <a:ln/>
        </p:spPr>
        <p:txBody>
          <a:bodyPr wrap="square" lIns="0" tIns="0" rIns="0" bIns="0" rtlCol="0" anchor="t"/>
          <a:lstStyle/>
          <a:p>
            <a:pPr algn="l" indent="0" marL="0">
              <a:lnSpc>
                <a:spcPts val="4785"/>
              </a:lnSpc>
              <a:buNone/>
            </a:pPr>
            <a:r>
              <a:rPr lang="en-US" sz="3300" b="1" dirty="0">
                <a:solidFill>
                  <a:srgbClr val="141416"/>
                </a:solidFill>
                <a:latin typeface="Yu Mincho" pitchFamily="34" charset="0"/>
                <a:ea typeface="Yu Mincho" pitchFamily="34" charset="-122"/>
                <a:cs typeface="Yu Mincho" pitchFamily="34" charset="-120"/>
              </a:rPr>
              <a:t>まず、不安を分解する</a:t>
            </a:r>
            <a:endParaRPr lang="en-US" sz="3300" dirty="0"/>
          </a:p>
        </p:txBody>
      </p:sp>
      <p:sp>
        <p:nvSpPr>
          <p:cNvPr id="5" name="Text 3"/>
          <p:cNvSpPr txBox="1"/>
          <p:nvPr/>
        </p:nvSpPr>
        <p:spPr>
          <a:xfrm>
            <a:off x="457200" y="1737360"/>
            <a:ext cx="7863840" cy="548640"/>
          </a:xfrm>
          <a:prstGeom prst="rect">
            <a:avLst/>
          </a:prstGeom>
          <a:noFill/>
          <a:ln/>
        </p:spPr>
        <p:txBody>
          <a:bodyPr wrap="square" lIns="0" tIns="0" rIns="0" bIns="0" rtlCol="0" anchor="ctr"/>
          <a:lstStyle/>
          <a:p>
            <a:pPr indent="0" marL="0">
              <a:lnSpc>
                <a:spcPts val="2800"/>
              </a:lnSpc>
              <a:buNone/>
            </a:pPr>
            <a:r>
              <a:rPr lang="en-US" sz="1800" dirty="0">
                <a:solidFill>
                  <a:srgbClr val="3B3634"/>
                </a:solidFill>
                <a:latin typeface="Yu Gothic" pitchFamily="34" charset="0"/>
                <a:ea typeface="Yu Gothic" pitchFamily="34" charset="-122"/>
                <a:cs typeface="Yu Gothic" pitchFamily="34" charset="-120"/>
              </a:rPr>
              <a:t>「試合が不安」だけでは、何をしたらいいかわかりません。</a:t>
            </a:r>
            <a:endParaRPr lang="en-US" sz="1800" dirty="0"/>
          </a:p>
        </p:txBody>
      </p:sp>
      <p:sp>
        <p:nvSpPr>
          <p:cNvPr id="6" name="Shape 4"/>
          <p:cNvSpPr/>
          <p:nvPr/>
        </p:nvSpPr>
        <p:spPr>
          <a:xfrm>
            <a:off x="457200" y="2468880"/>
            <a:ext cx="7863840" cy="621792"/>
          </a:xfrm>
          <a:prstGeom prst="roundRect">
            <a:avLst>
              <a:gd name="adj" fmla="val 8824"/>
            </a:avLst>
          </a:prstGeom>
          <a:solidFill>
            <a:srgbClr val="FAF3F4"/>
          </a:solidFill>
          <a:ln w="12700">
            <a:solidFill>
              <a:srgbClr val="FAF3F4"/>
            </a:solidFill>
            <a:prstDash val="solid"/>
          </a:ln>
        </p:spPr>
      </p:sp>
      <p:sp>
        <p:nvSpPr>
          <p:cNvPr id="7" name="Text 5"/>
          <p:cNvSpPr txBox="1"/>
          <p:nvPr/>
        </p:nvSpPr>
        <p:spPr>
          <a:xfrm>
            <a:off x="713232" y="2468880"/>
            <a:ext cx="7406640" cy="621792"/>
          </a:xfrm>
          <a:prstGeom prst="rect">
            <a:avLst/>
          </a:prstGeom>
          <a:noFill/>
          <a:ln/>
        </p:spPr>
        <p:txBody>
          <a:bodyPr wrap="square" lIns="0" tIns="0" rIns="0" bIns="0" rtlCol="0" anchor="ctr"/>
          <a:lstStyle/>
          <a:p>
            <a:pPr indent="0" marL="0">
              <a:buNone/>
            </a:pPr>
            <a:r>
              <a:rPr lang="en-US" sz="1800" dirty="0">
                <a:solidFill>
                  <a:srgbClr val="3B3634"/>
                </a:solidFill>
                <a:latin typeface="Yu Gothic" pitchFamily="34" charset="0"/>
                <a:ea typeface="Yu Gothic" pitchFamily="34" charset="-122"/>
                <a:cs typeface="Yu Gothic" pitchFamily="34" charset="-120"/>
              </a:rPr>
              <a:t>たとえば「3本目を失敗するのが怖い」</a:t>
            </a:r>
            <a:endParaRPr lang="en-US" sz="1800" dirty="0"/>
          </a:p>
        </p:txBody>
      </p:sp>
      <p:sp>
        <p:nvSpPr>
          <p:cNvPr id="8" name="Shape 6"/>
          <p:cNvSpPr/>
          <p:nvPr/>
        </p:nvSpPr>
        <p:spPr>
          <a:xfrm>
            <a:off x="457200" y="3182112"/>
            <a:ext cx="7863840" cy="621792"/>
          </a:xfrm>
          <a:prstGeom prst="roundRect">
            <a:avLst>
              <a:gd name="adj" fmla="val 8824"/>
            </a:avLst>
          </a:prstGeom>
          <a:solidFill>
            <a:srgbClr val="FAF3F4"/>
          </a:solidFill>
          <a:ln w="12700">
            <a:solidFill>
              <a:srgbClr val="FAF3F4"/>
            </a:solidFill>
            <a:prstDash val="solid"/>
          </a:ln>
        </p:spPr>
      </p:sp>
      <p:sp>
        <p:nvSpPr>
          <p:cNvPr id="9" name="Text 7"/>
          <p:cNvSpPr txBox="1"/>
          <p:nvPr/>
        </p:nvSpPr>
        <p:spPr>
          <a:xfrm>
            <a:off x="713232" y="3182112"/>
            <a:ext cx="7406640" cy="621792"/>
          </a:xfrm>
          <a:prstGeom prst="rect">
            <a:avLst/>
          </a:prstGeom>
          <a:noFill/>
          <a:ln/>
        </p:spPr>
        <p:txBody>
          <a:bodyPr wrap="square" lIns="0" tIns="0" rIns="0" bIns="0" rtlCol="0" anchor="ctr"/>
          <a:lstStyle/>
          <a:p>
            <a:pPr indent="0" marL="0">
              <a:buNone/>
            </a:pPr>
            <a:r>
              <a:rPr lang="en-US" sz="1800" dirty="0">
                <a:solidFill>
                  <a:srgbClr val="3B3634"/>
                </a:solidFill>
                <a:latin typeface="Yu Gothic" pitchFamily="34" charset="0"/>
                <a:ea typeface="Yu Gothic" pitchFamily="34" charset="-122"/>
                <a:cs typeface="Yu Gothic" pitchFamily="34" charset="-120"/>
              </a:rPr>
              <a:t>さらに「その失敗で、その後まで気持ちが崩れるのが怖い」</a:t>
            </a:r>
            <a:endParaRPr lang="en-US" sz="1800" dirty="0"/>
          </a:p>
        </p:txBody>
      </p:sp>
      <p:sp>
        <p:nvSpPr>
          <p:cNvPr id="10" name="Text 8"/>
          <p:cNvSpPr txBox="1"/>
          <p:nvPr/>
        </p:nvSpPr>
        <p:spPr>
          <a:xfrm>
            <a:off x="457200" y="4114800"/>
            <a:ext cx="7863840" cy="411480"/>
          </a:xfrm>
          <a:prstGeom prst="rect">
            <a:avLst/>
          </a:prstGeom>
          <a:noFill/>
          <a:ln/>
        </p:spPr>
        <p:txBody>
          <a:bodyPr wrap="square" lIns="0" tIns="0" rIns="0" bIns="0" rtlCol="0" anchor="ctr"/>
          <a:lstStyle/>
          <a:p>
            <a:pPr indent="0" marL="0">
              <a:buNone/>
            </a:pPr>
            <a:r>
              <a:rPr lang="en-US" sz="1900" b="1" dirty="0">
                <a:solidFill>
                  <a:srgbClr val="7A1524"/>
                </a:solidFill>
                <a:latin typeface="Yu Gothic" pitchFamily="34" charset="0"/>
                <a:ea typeface="Yu Gothic" pitchFamily="34" charset="-122"/>
                <a:cs typeface="Yu Gothic" pitchFamily="34" charset="-120"/>
              </a:rPr>
              <a:t>ここまでわかると、対策できます。</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4　メンタルトレーニングとは</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17</a:t>
            </a:r>
            <a:endParaRPr lang="en-US" sz="1100" dirty="0"/>
          </a:p>
        </p:txBody>
      </p:sp>
      <p:sp>
        <p:nvSpPr>
          <p:cNvPr id="4" name="Text 2"/>
          <p:cNvSpPr txBox="1"/>
          <p:nvPr/>
        </p:nvSpPr>
        <p:spPr>
          <a:xfrm>
            <a:off x="457200" y="777240"/>
            <a:ext cx="8138160" cy="1188720"/>
          </a:xfrm>
          <a:prstGeom prst="rect">
            <a:avLst/>
          </a:prstGeom>
          <a:noFill/>
          <a:ln/>
        </p:spPr>
        <p:txBody>
          <a:bodyPr wrap="square" lIns="0" tIns="0" rIns="0" bIns="0" rtlCol="0" anchor="t"/>
          <a:lstStyle/>
          <a:p>
            <a:pPr algn="l" indent="0" marL="0">
              <a:lnSpc>
                <a:spcPts val="4640"/>
              </a:lnSpc>
              <a:buNone/>
            </a:pPr>
            <a:r>
              <a:rPr lang="en-US" sz="3200" b="1" dirty="0">
                <a:solidFill>
                  <a:srgbClr val="141416"/>
                </a:solidFill>
                <a:latin typeface="Yu Mincho" pitchFamily="34" charset="0"/>
                <a:ea typeface="Yu Mincho" pitchFamily="34" charset="-122"/>
                <a:cs typeface="Yu Mincho" pitchFamily="34" charset="-120"/>
              </a:rPr>
              <a:t>次に、変えられることを分ける</a:t>
            </a:r>
            <a:endParaRPr lang="en-US" sz="3200" dirty="0"/>
          </a:p>
        </p:txBody>
      </p:sp>
      <p:sp>
        <p:nvSpPr>
          <p:cNvPr id="5" name="Shape 3"/>
          <p:cNvSpPr/>
          <p:nvPr/>
        </p:nvSpPr>
        <p:spPr>
          <a:xfrm>
            <a:off x="457200" y="1783080"/>
            <a:ext cx="3931920" cy="2834640"/>
          </a:xfrm>
          <a:prstGeom prst="roundRect">
            <a:avLst>
              <a:gd name="adj" fmla="val 2581"/>
            </a:avLst>
          </a:prstGeom>
          <a:solidFill>
            <a:srgbClr val="F5F1F0"/>
          </a:solidFill>
          <a:ln w="12700">
            <a:solidFill>
              <a:srgbClr val="E1D9D9"/>
            </a:solidFill>
            <a:prstDash val="solid"/>
          </a:ln>
        </p:spPr>
      </p:sp>
      <p:sp>
        <p:nvSpPr>
          <p:cNvPr id="6" name="Text 4"/>
          <p:cNvSpPr txBox="1"/>
          <p:nvPr/>
        </p:nvSpPr>
        <p:spPr>
          <a:xfrm>
            <a:off x="731520" y="1965960"/>
            <a:ext cx="3474720" cy="365760"/>
          </a:xfrm>
          <a:prstGeom prst="rect">
            <a:avLst/>
          </a:prstGeom>
          <a:noFill/>
          <a:ln/>
        </p:spPr>
        <p:txBody>
          <a:bodyPr wrap="square" lIns="0" tIns="0" rIns="0" bIns="0" rtlCol="0" anchor="ctr"/>
          <a:lstStyle/>
          <a:p>
            <a:pPr indent="0" marL="0">
              <a:buNone/>
            </a:pPr>
            <a:r>
              <a:rPr lang="en-US" sz="1700" b="1" dirty="0">
                <a:solidFill>
                  <a:srgbClr val="6B6360"/>
                </a:solidFill>
                <a:latin typeface="Yu Gothic" pitchFamily="34" charset="0"/>
                <a:ea typeface="Yu Gothic" pitchFamily="34" charset="-122"/>
                <a:cs typeface="Yu Gothic" pitchFamily="34" charset="-120"/>
              </a:rPr>
              <a:t>自分では変えられないこと</a:t>
            </a:r>
            <a:endParaRPr lang="en-US" sz="1700" dirty="0"/>
          </a:p>
        </p:txBody>
      </p:sp>
      <p:sp>
        <p:nvSpPr>
          <p:cNvPr id="7" name="Text 5"/>
          <p:cNvSpPr txBox="1"/>
          <p:nvPr/>
        </p:nvSpPr>
        <p:spPr>
          <a:xfrm>
            <a:off x="777240" y="2423160"/>
            <a:ext cx="3383280" cy="2011680"/>
          </a:xfrm>
          <a:prstGeom prst="rect">
            <a:avLst/>
          </a:prstGeom>
          <a:noFill/>
          <a:ln/>
        </p:spPr>
        <p:txBody>
          <a:bodyPr wrap="square" lIns="0" tIns="0" rIns="0" bIns="0" rtlCol="0" anchor="ctr"/>
          <a:lstStyle/>
          <a:p>
            <a:pPr marL="342900" indent="-342900">
              <a:spcAft>
                <a:spcPts val="800"/>
              </a:spcAft>
              <a:buSzPct val="100000"/>
              <a:buChar char="•"/>
            </a:pPr>
            <a:r>
              <a:rPr lang="en-US" sz="1700" dirty="0">
                <a:solidFill>
                  <a:srgbClr val="3B3634"/>
                </a:solidFill>
                <a:latin typeface="Yu Gothic" pitchFamily="34" charset="0"/>
                <a:ea typeface="Yu Gothic" pitchFamily="34" charset="-122"/>
                <a:cs typeface="Yu Gothic" pitchFamily="34" charset="-120"/>
              </a:rPr>
              <a:t>相手の重量</a:t>
            </a:r>
            <a:endParaRPr lang="en-US" sz="1700" dirty="0"/>
          </a:p>
          <a:p>
            <a:pPr marL="342900" indent="-342900">
              <a:spcAft>
                <a:spcPts val="800"/>
              </a:spcAft>
              <a:buSzPct val="100000"/>
              <a:buChar char="•"/>
            </a:pPr>
            <a:r>
              <a:rPr lang="en-US" sz="1700" dirty="0">
                <a:solidFill>
                  <a:srgbClr val="3B3634"/>
                </a:solidFill>
                <a:latin typeface="Yu Gothic" pitchFamily="34" charset="0"/>
                <a:ea typeface="Yu Gothic" pitchFamily="34" charset="-122"/>
                <a:cs typeface="Yu Gothic" pitchFamily="34" charset="-120"/>
              </a:rPr>
              <a:t>審判</a:t>
            </a:r>
            <a:endParaRPr lang="en-US" sz="1700" dirty="0"/>
          </a:p>
          <a:p>
            <a:pPr marL="342900" indent="-342900">
              <a:spcAft>
                <a:spcPts val="800"/>
              </a:spcAft>
              <a:buSzPct val="100000"/>
              <a:buChar char="•"/>
            </a:pPr>
            <a:r>
              <a:rPr lang="en-US" sz="1700" dirty="0">
                <a:solidFill>
                  <a:srgbClr val="3B3634"/>
                </a:solidFill>
                <a:latin typeface="Yu Gothic" pitchFamily="34" charset="0"/>
                <a:ea typeface="Yu Gothic" pitchFamily="34" charset="-122"/>
                <a:cs typeface="Yu Gothic" pitchFamily="34" charset="-120"/>
              </a:rPr>
              <a:t>順位の動き</a:t>
            </a:r>
            <a:endParaRPr lang="en-US" sz="1700" dirty="0"/>
          </a:p>
          <a:p>
            <a:pPr marL="342900" indent="-342900">
              <a:spcAft>
                <a:spcPts val="800"/>
              </a:spcAft>
              <a:buSzPct val="100000"/>
              <a:buChar char="•"/>
            </a:pPr>
            <a:r>
              <a:rPr lang="en-US" sz="1700" dirty="0">
                <a:solidFill>
                  <a:srgbClr val="3B3634"/>
                </a:solidFill>
                <a:latin typeface="Yu Gothic" pitchFamily="34" charset="0"/>
                <a:ea typeface="Yu Gothic" pitchFamily="34" charset="-122"/>
                <a:cs typeface="Yu Gothic" pitchFamily="34" charset="-120"/>
              </a:rPr>
              <a:t>試合進行</a:t>
            </a:r>
            <a:endParaRPr lang="en-US" sz="1700" dirty="0"/>
          </a:p>
        </p:txBody>
      </p:sp>
      <p:sp>
        <p:nvSpPr>
          <p:cNvPr id="8" name="Shape 6"/>
          <p:cNvSpPr/>
          <p:nvPr/>
        </p:nvSpPr>
        <p:spPr>
          <a:xfrm>
            <a:off x="4754880" y="1783080"/>
            <a:ext cx="3931920" cy="2834640"/>
          </a:xfrm>
          <a:prstGeom prst="roundRect">
            <a:avLst>
              <a:gd name="adj" fmla="val 2581"/>
            </a:avLst>
          </a:prstGeom>
          <a:solidFill>
            <a:srgbClr val="540E19"/>
          </a:solidFill>
          <a:ln w="12700">
            <a:solidFill>
              <a:srgbClr val="540E19"/>
            </a:solidFill>
            <a:prstDash val="solid"/>
          </a:ln>
        </p:spPr>
      </p:sp>
      <p:sp>
        <p:nvSpPr>
          <p:cNvPr id="9" name="Text 7"/>
          <p:cNvSpPr txBox="1"/>
          <p:nvPr/>
        </p:nvSpPr>
        <p:spPr>
          <a:xfrm>
            <a:off x="5029200" y="1965960"/>
            <a:ext cx="3474720" cy="365760"/>
          </a:xfrm>
          <a:prstGeom prst="rect">
            <a:avLst/>
          </a:prstGeom>
          <a:noFill/>
          <a:ln/>
        </p:spPr>
        <p:txBody>
          <a:bodyPr wrap="square" lIns="0" tIns="0" rIns="0" bIns="0" rtlCol="0" anchor="ctr"/>
          <a:lstStyle/>
          <a:p>
            <a:pPr indent="0" marL="0">
              <a:buNone/>
            </a:pPr>
            <a:r>
              <a:rPr lang="en-US" sz="1700" b="1" dirty="0">
                <a:solidFill>
                  <a:srgbClr val="F0B9C3"/>
                </a:solidFill>
                <a:latin typeface="Yu Gothic" pitchFamily="34" charset="0"/>
                <a:ea typeface="Yu Gothic" pitchFamily="34" charset="-122"/>
                <a:cs typeface="Yu Gothic" pitchFamily="34" charset="-120"/>
              </a:rPr>
              <a:t>自分で選べること</a:t>
            </a:r>
            <a:endParaRPr lang="en-US" sz="1700" dirty="0"/>
          </a:p>
        </p:txBody>
      </p:sp>
      <p:sp>
        <p:nvSpPr>
          <p:cNvPr id="10" name="Text 8"/>
          <p:cNvSpPr txBox="1"/>
          <p:nvPr/>
        </p:nvSpPr>
        <p:spPr>
          <a:xfrm>
            <a:off x="5074920" y="2423160"/>
            <a:ext cx="3383280" cy="2103120"/>
          </a:xfrm>
          <a:prstGeom prst="rect">
            <a:avLst/>
          </a:prstGeom>
          <a:noFill/>
          <a:ln/>
        </p:spPr>
        <p:txBody>
          <a:bodyPr wrap="square" lIns="0" tIns="0" rIns="0" bIns="0" rtlCol="0" anchor="ctr"/>
          <a:lstStyle/>
          <a:p>
            <a:pPr marL="342900" indent="-342900">
              <a:spcAft>
                <a:spcPts val="600"/>
              </a:spcAft>
              <a:buSzPct val="100000"/>
              <a:buChar char="•"/>
            </a:pPr>
            <a:r>
              <a:rPr lang="en-US" sz="1700" dirty="0">
                <a:solidFill>
                  <a:srgbClr val="FFFFFF"/>
                </a:solidFill>
                <a:latin typeface="Yu Gothic" pitchFamily="34" charset="0"/>
                <a:ea typeface="Yu Gothic" pitchFamily="34" charset="-122"/>
                <a:cs typeface="Yu Gothic" pitchFamily="34" charset="-120"/>
              </a:rPr>
              <a:t>呼吸</a:t>
            </a:r>
            <a:endParaRPr lang="en-US" sz="1700" dirty="0"/>
          </a:p>
          <a:p>
            <a:pPr marL="342900" indent="-342900">
              <a:spcAft>
                <a:spcPts val="600"/>
              </a:spcAft>
              <a:buSzPct val="100000"/>
              <a:buChar char="•"/>
            </a:pPr>
            <a:r>
              <a:rPr lang="en-US" sz="1700" dirty="0">
                <a:solidFill>
                  <a:srgbClr val="FFFFFF"/>
                </a:solidFill>
                <a:latin typeface="Yu Gothic" pitchFamily="34" charset="0"/>
                <a:ea typeface="Yu Gothic" pitchFamily="34" charset="-122"/>
                <a:cs typeface="Yu Gothic" pitchFamily="34" charset="-120"/>
              </a:rPr>
              <a:t>アップ</a:t>
            </a:r>
            <a:endParaRPr lang="en-US" sz="1700" dirty="0"/>
          </a:p>
          <a:p>
            <a:pPr marL="342900" indent="-342900">
              <a:spcAft>
                <a:spcPts val="600"/>
              </a:spcAft>
              <a:buSzPct val="100000"/>
              <a:buChar char="•"/>
            </a:pPr>
            <a:r>
              <a:rPr lang="en-US" sz="1700" dirty="0">
                <a:solidFill>
                  <a:srgbClr val="FFFFFF"/>
                </a:solidFill>
                <a:latin typeface="Yu Gothic" pitchFamily="34" charset="0"/>
                <a:ea typeface="Yu Gothic" pitchFamily="34" charset="-122"/>
                <a:cs typeface="Yu Gothic" pitchFamily="34" charset="-120"/>
              </a:rPr>
              <a:t>考えること</a:t>
            </a:r>
            <a:endParaRPr lang="en-US" sz="1700" dirty="0"/>
          </a:p>
          <a:p>
            <a:pPr marL="342900" indent="-342900">
              <a:spcAft>
                <a:spcPts val="600"/>
              </a:spcAft>
              <a:buSzPct val="100000"/>
              <a:buChar char="•"/>
            </a:pPr>
            <a:r>
              <a:rPr lang="en-US" sz="1700" dirty="0">
                <a:solidFill>
                  <a:srgbClr val="FFFFFF"/>
                </a:solidFill>
                <a:latin typeface="Yu Gothic" pitchFamily="34" charset="0"/>
                <a:ea typeface="Yu Gothic" pitchFamily="34" charset="-122"/>
                <a:cs typeface="Yu Gothic" pitchFamily="34" charset="-120"/>
              </a:rPr>
              <a:t>一本前の行動</a:t>
            </a:r>
            <a:endParaRPr lang="en-US" sz="1700" dirty="0"/>
          </a:p>
          <a:p>
            <a:pPr marL="342900" indent="-342900">
              <a:spcAft>
                <a:spcPts val="600"/>
              </a:spcAft>
              <a:buSzPct val="100000"/>
              <a:buChar char="•"/>
            </a:pPr>
            <a:r>
              <a:rPr lang="en-US" sz="1700" dirty="0">
                <a:solidFill>
                  <a:srgbClr val="FFFFFF"/>
                </a:solidFill>
                <a:latin typeface="Yu Gothic" pitchFamily="34" charset="0"/>
                <a:ea typeface="Yu Gothic" pitchFamily="34" charset="-122"/>
                <a:cs typeface="Yu Gothic" pitchFamily="34" charset="-120"/>
              </a:rPr>
              <a:t>失敗後の行動</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4　メンタルトレーニングとは</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18</a:t>
            </a:r>
            <a:endParaRPr lang="en-US" sz="1100" dirty="0"/>
          </a:p>
        </p:txBody>
      </p:sp>
      <p:sp>
        <p:nvSpPr>
          <p:cNvPr id="4" name="Text 2"/>
          <p:cNvSpPr txBox="1"/>
          <p:nvPr/>
        </p:nvSpPr>
        <p:spPr>
          <a:xfrm>
            <a:off x="457200" y="777240"/>
            <a:ext cx="8229600" cy="1188720"/>
          </a:xfrm>
          <a:prstGeom prst="rect">
            <a:avLst/>
          </a:prstGeom>
          <a:noFill/>
          <a:ln/>
        </p:spPr>
        <p:txBody>
          <a:bodyPr wrap="square" lIns="0" tIns="0" rIns="0" bIns="0" rtlCol="0" anchor="t"/>
          <a:lstStyle/>
          <a:p>
            <a:pPr algn="l" indent="0" marL="0">
              <a:lnSpc>
                <a:spcPts val="4205"/>
              </a:lnSpc>
              <a:buNone/>
            </a:pPr>
            <a:r>
              <a:rPr lang="en-US" sz="2900" b="1" dirty="0">
                <a:solidFill>
                  <a:srgbClr val="141416"/>
                </a:solidFill>
                <a:latin typeface="Yu Mincho" pitchFamily="34" charset="0"/>
                <a:ea typeface="Yu Mincho" pitchFamily="34" charset="-122"/>
                <a:cs typeface="Yu Mincho" pitchFamily="34" charset="-120"/>
              </a:rPr>
              <a:t>一本失敗したら、その試合は終わり？</a:t>
            </a:r>
            <a:endParaRPr lang="en-US" sz="2900" dirty="0"/>
          </a:p>
        </p:txBody>
      </p:sp>
      <p:sp>
        <p:nvSpPr>
          <p:cNvPr id="5" name="Shape 3"/>
          <p:cNvSpPr/>
          <p:nvPr/>
        </p:nvSpPr>
        <p:spPr>
          <a:xfrm>
            <a:off x="457200" y="1737360"/>
            <a:ext cx="3931920" cy="1051560"/>
          </a:xfrm>
          <a:prstGeom prst="roundRect">
            <a:avLst>
              <a:gd name="adj" fmla="val 6087"/>
            </a:avLst>
          </a:prstGeom>
          <a:solidFill>
            <a:srgbClr val="FAF3F4"/>
          </a:solidFill>
          <a:ln w="12700">
            <a:solidFill>
              <a:srgbClr val="FAF3F4"/>
            </a:solidFill>
            <a:prstDash val="solid"/>
          </a:ln>
        </p:spPr>
      </p:sp>
      <p:sp>
        <p:nvSpPr>
          <p:cNvPr id="6" name="Text 4"/>
          <p:cNvSpPr txBox="1"/>
          <p:nvPr/>
        </p:nvSpPr>
        <p:spPr>
          <a:xfrm>
            <a:off x="777240" y="1737360"/>
            <a:ext cx="3657600" cy="1051560"/>
          </a:xfrm>
          <a:prstGeom prst="rect">
            <a:avLst/>
          </a:prstGeom>
          <a:noFill/>
          <a:ln/>
        </p:spPr>
        <p:txBody>
          <a:bodyPr wrap="square" lIns="0" tIns="0" rIns="0" bIns="0" rtlCol="0" anchor="ctr"/>
          <a:lstStyle/>
          <a:p>
            <a:pPr indent="0" marL="0">
              <a:lnSpc>
                <a:spcPts val="2600"/>
              </a:lnSpc>
              <a:buNone/>
            </a:pPr>
            <a:r>
              <a:rPr lang="en-US" sz="1800" b="1" dirty="0">
                <a:solidFill>
                  <a:srgbClr val="7A1524"/>
                </a:solidFill>
                <a:latin typeface="Yu Gothic" pitchFamily="34" charset="0"/>
                <a:ea typeface="Yu Gothic" pitchFamily="34" charset="-122"/>
                <a:cs typeface="Yu Gothic" pitchFamily="34" charset="-120"/>
              </a:rPr>
              <a:t>「失敗した」</a:t>
            </a:r>
            <a:endParaRPr lang="en-US" sz="1800" dirty="0"/>
          </a:p>
          <a:p>
            <a:pPr indent="0" marL="0">
              <a:lnSpc>
                <a:spcPts val="2600"/>
              </a:lnSpc>
              <a:buNone/>
            </a:pPr>
            <a:r>
              <a:rPr lang="en-US" sz="1800" b="1" dirty="0">
                <a:solidFill>
                  <a:srgbClr val="7A1524"/>
                </a:solidFill>
                <a:latin typeface="Yu Gothic" pitchFamily="34" charset="0"/>
                <a:ea typeface="Yu Gothic" pitchFamily="34" charset="-122"/>
                <a:cs typeface="Yu Gothic" pitchFamily="34" charset="-120"/>
              </a:rPr>
              <a:t>これは事実。</a:t>
            </a:r>
            <a:endParaRPr lang="en-US" sz="1800" dirty="0"/>
          </a:p>
        </p:txBody>
      </p:sp>
      <p:sp>
        <p:nvSpPr>
          <p:cNvPr id="7" name="Shape 5"/>
          <p:cNvSpPr/>
          <p:nvPr/>
        </p:nvSpPr>
        <p:spPr>
          <a:xfrm>
            <a:off x="4754880" y="1737360"/>
            <a:ext cx="3931920" cy="1051560"/>
          </a:xfrm>
          <a:prstGeom prst="roundRect">
            <a:avLst>
              <a:gd name="adj" fmla="val 6087"/>
            </a:avLst>
          </a:prstGeom>
          <a:solidFill>
            <a:srgbClr val="F5F1F0"/>
          </a:solidFill>
          <a:ln w="12700">
            <a:solidFill>
              <a:srgbClr val="E1D9D9"/>
            </a:solidFill>
            <a:prstDash val="solid"/>
          </a:ln>
        </p:spPr>
      </p:sp>
      <p:sp>
        <p:nvSpPr>
          <p:cNvPr id="8" name="Text 6"/>
          <p:cNvSpPr txBox="1"/>
          <p:nvPr/>
        </p:nvSpPr>
        <p:spPr>
          <a:xfrm>
            <a:off x="5074920" y="1737360"/>
            <a:ext cx="3657600" cy="1051560"/>
          </a:xfrm>
          <a:prstGeom prst="rect">
            <a:avLst/>
          </a:prstGeom>
          <a:noFill/>
          <a:ln/>
        </p:spPr>
        <p:txBody>
          <a:bodyPr wrap="square" lIns="0" tIns="0" rIns="0" bIns="0" rtlCol="0" anchor="ctr"/>
          <a:lstStyle/>
          <a:p>
            <a:pPr indent="0" marL="0">
              <a:lnSpc>
                <a:spcPts val="2600"/>
              </a:lnSpc>
              <a:buNone/>
            </a:pPr>
            <a:r>
              <a:rPr lang="en-US" sz="1800" b="1" dirty="0">
                <a:solidFill>
                  <a:srgbClr val="6B6360"/>
                </a:solidFill>
                <a:latin typeface="Yu Gothic" pitchFamily="34" charset="0"/>
                <a:ea typeface="Yu Gothic" pitchFamily="34" charset="-122"/>
                <a:cs typeface="Yu Gothic" pitchFamily="34" charset="-120"/>
              </a:rPr>
              <a:t>「今日はもうダメだ」</a:t>
            </a:r>
            <a:endParaRPr lang="en-US" sz="1800" dirty="0"/>
          </a:p>
          <a:p>
            <a:pPr indent="0" marL="0">
              <a:lnSpc>
                <a:spcPts val="2600"/>
              </a:lnSpc>
              <a:buNone/>
            </a:pPr>
            <a:r>
              <a:rPr lang="en-US" sz="1800" b="1" dirty="0">
                <a:solidFill>
                  <a:srgbClr val="6B6360"/>
                </a:solidFill>
                <a:latin typeface="Yu Gothic" pitchFamily="34" charset="0"/>
                <a:ea typeface="Yu Gothic" pitchFamily="34" charset="-122"/>
                <a:cs typeface="Yu Gothic" pitchFamily="34" charset="-120"/>
              </a:rPr>
              <a:t>これは評価。</a:t>
            </a:r>
            <a:endParaRPr lang="en-US" sz="1800" dirty="0"/>
          </a:p>
        </p:txBody>
      </p:sp>
      <p:sp>
        <p:nvSpPr>
          <p:cNvPr id="9" name="Text 7"/>
          <p:cNvSpPr txBox="1"/>
          <p:nvPr/>
        </p:nvSpPr>
        <p:spPr>
          <a:xfrm>
            <a:off x="457200" y="3017520"/>
            <a:ext cx="7863840" cy="411480"/>
          </a:xfrm>
          <a:prstGeom prst="rect">
            <a:avLst/>
          </a:prstGeom>
          <a:noFill/>
          <a:ln/>
        </p:spPr>
        <p:txBody>
          <a:bodyPr wrap="square" lIns="0" tIns="0" rIns="0" bIns="0" rtlCol="0" anchor="ctr"/>
          <a:lstStyle/>
          <a:p>
            <a:pPr indent="0" marL="0">
              <a:buNone/>
            </a:pPr>
            <a:r>
              <a:rPr lang="en-US" sz="1800" dirty="0">
                <a:solidFill>
                  <a:srgbClr val="3B3634"/>
                </a:solidFill>
                <a:latin typeface="Yu Gothic" pitchFamily="34" charset="0"/>
                <a:ea typeface="Yu Gothic" pitchFamily="34" charset="-122"/>
                <a:cs typeface="Yu Gothic" pitchFamily="34" charset="-120"/>
              </a:rPr>
              <a:t>この2つを分けます。失敗した時ほど、次の3つを整理する。</a:t>
            </a:r>
            <a:endParaRPr lang="en-US" sz="1800" dirty="0"/>
          </a:p>
        </p:txBody>
      </p:sp>
      <p:sp>
        <p:nvSpPr>
          <p:cNvPr id="10" name="Shape 8"/>
          <p:cNvSpPr/>
          <p:nvPr/>
        </p:nvSpPr>
        <p:spPr>
          <a:xfrm>
            <a:off x="457200" y="3666744"/>
            <a:ext cx="310896" cy="310896"/>
          </a:xfrm>
          <a:prstGeom prst="ellipse">
            <a:avLst/>
          </a:prstGeom>
          <a:solidFill>
            <a:srgbClr val="7A1524"/>
          </a:solidFill>
          <a:ln w="12700">
            <a:solidFill>
              <a:srgbClr val="7A1524"/>
            </a:solidFill>
            <a:prstDash val="solid"/>
          </a:ln>
        </p:spPr>
      </p:sp>
      <p:sp>
        <p:nvSpPr>
          <p:cNvPr id="11" name="Text 9"/>
          <p:cNvSpPr txBox="1"/>
          <p:nvPr/>
        </p:nvSpPr>
        <p:spPr>
          <a:xfrm>
            <a:off x="457200" y="366674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12" name="Text 10"/>
          <p:cNvSpPr txBox="1"/>
          <p:nvPr/>
        </p:nvSpPr>
        <p:spPr>
          <a:xfrm>
            <a:off x="932688" y="3611880"/>
            <a:ext cx="7132320" cy="420624"/>
          </a:xfrm>
          <a:prstGeom prst="rect">
            <a:avLst/>
          </a:prstGeom>
          <a:noFill/>
          <a:ln/>
        </p:spPr>
        <p:txBody>
          <a:bodyPr wrap="square" lIns="0" tIns="0" rIns="0" bIns="0" rtlCol="0" anchor="ctr"/>
          <a:lstStyle/>
          <a:p>
            <a:pPr indent="0" marL="0">
              <a:buNone/>
            </a:pPr>
            <a:r>
              <a:rPr lang="en-US" sz="1800" dirty="0">
                <a:solidFill>
                  <a:srgbClr val="3B3634"/>
                </a:solidFill>
                <a:latin typeface="Yu Gothic" pitchFamily="34" charset="0"/>
                <a:ea typeface="Yu Gothic" pitchFamily="34" charset="-122"/>
                <a:cs typeface="Yu Gothic" pitchFamily="34" charset="-120"/>
              </a:rPr>
              <a:t>何が起きた？</a:t>
            </a:r>
            <a:endParaRPr lang="en-US" sz="1800" dirty="0"/>
          </a:p>
        </p:txBody>
      </p:sp>
      <p:sp>
        <p:nvSpPr>
          <p:cNvPr id="13" name="Shape 11"/>
          <p:cNvSpPr/>
          <p:nvPr/>
        </p:nvSpPr>
        <p:spPr>
          <a:xfrm>
            <a:off x="457200" y="4142232"/>
            <a:ext cx="310896" cy="310896"/>
          </a:xfrm>
          <a:prstGeom prst="ellipse">
            <a:avLst/>
          </a:prstGeom>
          <a:solidFill>
            <a:srgbClr val="7A1524"/>
          </a:solidFill>
          <a:ln w="12700">
            <a:solidFill>
              <a:srgbClr val="7A1524"/>
            </a:solidFill>
            <a:prstDash val="solid"/>
          </a:ln>
        </p:spPr>
      </p:sp>
      <p:sp>
        <p:nvSpPr>
          <p:cNvPr id="14" name="Text 12"/>
          <p:cNvSpPr txBox="1"/>
          <p:nvPr/>
        </p:nvSpPr>
        <p:spPr>
          <a:xfrm>
            <a:off x="457200" y="414223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5" name="Text 13"/>
          <p:cNvSpPr txBox="1"/>
          <p:nvPr/>
        </p:nvSpPr>
        <p:spPr>
          <a:xfrm>
            <a:off x="932688" y="4087368"/>
            <a:ext cx="7132320" cy="420624"/>
          </a:xfrm>
          <a:prstGeom prst="rect">
            <a:avLst/>
          </a:prstGeom>
          <a:noFill/>
          <a:ln/>
        </p:spPr>
        <p:txBody>
          <a:bodyPr wrap="square" lIns="0" tIns="0" rIns="0" bIns="0" rtlCol="0" anchor="ctr"/>
          <a:lstStyle/>
          <a:p>
            <a:pPr indent="0" marL="0">
              <a:buNone/>
            </a:pPr>
            <a:r>
              <a:rPr lang="en-US" sz="1800" dirty="0">
                <a:solidFill>
                  <a:srgbClr val="3B3634"/>
                </a:solidFill>
                <a:latin typeface="Yu Gothic" pitchFamily="34" charset="0"/>
                <a:ea typeface="Yu Gothic" pitchFamily="34" charset="-122"/>
                <a:cs typeface="Yu Gothic" pitchFamily="34" charset="-120"/>
              </a:rPr>
              <a:t>何を変える？</a:t>
            </a:r>
            <a:endParaRPr lang="en-US" sz="1800" dirty="0"/>
          </a:p>
        </p:txBody>
      </p:sp>
      <p:sp>
        <p:nvSpPr>
          <p:cNvPr id="16" name="Shape 14"/>
          <p:cNvSpPr/>
          <p:nvPr/>
        </p:nvSpPr>
        <p:spPr>
          <a:xfrm>
            <a:off x="457200" y="4617720"/>
            <a:ext cx="310896" cy="310896"/>
          </a:xfrm>
          <a:prstGeom prst="ellipse">
            <a:avLst/>
          </a:prstGeom>
          <a:solidFill>
            <a:srgbClr val="7A1524"/>
          </a:solidFill>
          <a:ln w="12700">
            <a:solidFill>
              <a:srgbClr val="7A1524"/>
            </a:solidFill>
            <a:prstDash val="solid"/>
          </a:ln>
        </p:spPr>
      </p:sp>
      <p:sp>
        <p:nvSpPr>
          <p:cNvPr id="17" name="Text 15"/>
          <p:cNvSpPr txBox="1"/>
          <p:nvPr/>
        </p:nvSpPr>
        <p:spPr>
          <a:xfrm>
            <a:off x="457200" y="46177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18" name="Text 16"/>
          <p:cNvSpPr txBox="1"/>
          <p:nvPr/>
        </p:nvSpPr>
        <p:spPr>
          <a:xfrm>
            <a:off x="932688" y="4562856"/>
            <a:ext cx="7132320" cy="420624"/>
          </a:xfrm>
          <a:prstGeom prst="rect">
            <a:avLst/>
          </a:prstGeom>
          <a:noFill/>
          <a:ln/>
        </p:spPr>
        <p:txBody>
          <a:bodyPr wrap="square" lIns="0" tIns="0" rIns="0" bIns="0" rtlCol="0" anchor="ctr"/>
          <a:lstStyle/>
          <a:p>
            <a:pPr indent="0" marL="0">
              <a:buNone/>
            </a:pPr>
            <a:r>
              <a:rPr lang="en-US" sz="1800" dirty="0">
                <a:solidFill>
                  <a:srgbClr val="3B3634"/>
                </a:solidFill>
                <a:latin typeface="Yu Gothic" pitchFamily="34" charset="0"/>
                <a:ea typeface="Yu Gothic" pitchFamily="34" charset="-122"/>
                <a:cs typeface="Yu Gothic" pitchFamily="34" charset="-120"/>
              </a:rPr>
              <a:t>もう考えなくていいことは？</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4　メンタルトレーニングとは</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19</a:t>
            </a:r>
            <a:endParaRPr lang="en-US" sz="1100" dirty="0"/>
          </a:p>
        </p:txBody>
      </p:sp>
      <p:sp>
        <p:nvSpPr>
          <p:cNvPr id="4" name="Text 2"/>
          <p:cNvSpPr txBox="1"/>
          <p:nvPr/>
        </p:nvSpPr>
        <p:spPr>
          <a:xfrm>
            <a:off x="457200" y="777240"/>
            <a:ext cx="8138160" cy="1188720"/>
          </a:xfrm>
          <a:prstGeom prst="rect">
            <a:avLst/>
          </a:prstGeom>
          <a:noFill/>
          <a:ln/>
        </p:spPr>
        <p:txBody>
          <a:bodyPr wrap="square" lIns="0" tIns="0" rIns="0" bIns="0" rtlCol="0" anchor="t"/>
          <a:lstStyle/>
          <a:p>
            <a:pPr algn="l" indent="0" marL="0">
              <a:lnSpc>
                <a:spcPts val="4785"/>
              </a:lnSpc>
              <a:buNone/>
            </a:pPr>
            <a:r>
              <a:rPr lang="en-US" sz="3300" b="1" dirty="0">
                <a:solidFill>
                  <a:srgbClr val="141416"/>
                </a:solidFill>
                <a:latin typeface="Yu Mincho" pitchFamily="34" charset="0"/>
                <a:ea typeface="Yu Mincho" pitchFamily="34" charset="-122"/>
                <a:cs typeface="Yu Mincho" pitchFamily="34" charset="-120"/>
              </a:rPr>
              <a:t>目標は3種類に分ける</a:t>
            </a:r>
            <a:endParaRPr lang="en-US" sz="3300" dirty="0"/>
          </a:p>
        </p:txBody>
      </p:sp>
      <p:sp>
        <p:nvSpPr>
          <p:cNvPr id="5" name="Shape 3"/>
          <p:cNvSpPr/>
          <p:nvPr/>
        </p:nvSpPr>
        <p:spPr>
          <a:xfrm>
            <a:off x="457200" y="1783080"/>
            <a:ext cx="7863840" cy="676656"/>
          </a:xfrm>
          <a:prstGeom prst="roundRect">
            <a:avLst>
              <a:gd name="adj" fmla="val 9459"/>
            </a:avLst>
          </a:prstGeom>
          <a:solidFill>
            <a:srgbClr val="FAF3F4"/>
          </a:solidFill>
          <a:ln w="12700">
            <a:solidFill>
              <a:srgbClr val="FAF3F4"/>
            </a:solidFill>
            <a:prstDash val="solid"/>
          </a:ln>
        </p:spPr>
      </p:sp>
      <p:sp>
        <p:nvSpPr>
          <p:cNvPr id="6" name="Text 4"/>
          <p:cNvSpPr txBox="1"/>
          <p:nvPr/>
        </p:nvSpPr>
        <p:spPr>
          <a:xfrm>
            <a:off x="777240" y="1783080"/>
            <a:ext cx="2377440" cy="676656"/>
          </a:xfrm>
          <a:prstGeom prst="rect">
            <a:avLst/>
          </a:prstGeom>
          <a:noFill/>
          <a:ln/>
        </p:spPr>
        <p:txBody>
          <a:bodyPr wrap="square" lIns="0" tIns="0" rIns="0" bIns="0" rtlCol="0" anchor="ctr"/>
          <a:lstStyle/>
          <a:p>
            <a:pPr indent="0" marL="0">
              <a:buNone/>
            </a:pPr>
            <a:r>
              <a:rPr lang="en-US" sz="1700" b="1" dirty="0">
                <a:solidFill>
                  <a:srgbClr val="7A1524"/>
                </a:solidFill>
                <a:latin typeface="Yu Gothic" pitchFamily="34" charset="0"/>
                <a:ea typeface="Yu Gothic" pitchFamily="34" charset="-122"/>
                <a:cs typeface="Yu Gothic" pitchFamily="34" charset="-120"/>
              </a:rPr>
              <a:t>結果目標</a:t>
            </a:r>
            <a:endParaRPr lang="en-US" sz="1700" dirty="0"/>
          </a:p>
        </p:txBody>
      </p:sp>
      <p:sp>
        <p:nvSpPr>
          <p:cNvPr id="7" name="Text 5"/>
          <p:cNvSpPr txBox="1"/>
          <p:nvPr/>
        </p:nvSpPr>
        <p:spPr>
          <a:xfrm>
            <a:off x="3246120" y="1783080"/>
            <a:ext cx="4937760" cy="676656"/>
          </a:xfrm>
          <a:prstGeom prst="rect">
            <a:avLst/>
          </a:prstGeom>
          <a:noFill/>
          <a:ln/>
        </p:spPr>
        <p:txBody>
          <a:bodyPr wrap="square" lIns="0" tIns="0" rIns="0" bIns="0" rtlCol="0" anchor="ctr"/>
          <a:lstStyle/>
          <a:p>
            <a:pPr indent="0" marL="0">
              <a:buNone/>
            </a:pPr>
            <a:r>
              <a:rPr lang="en-US" sz="1700" dirty="0">
                <a:solidFill>
                  <a:srgbClr val="3B3634"/>
                </a:solidFill>
                <a:latin typeface="Yu Gothic" pitchFamily="34" charset="0"/>
                <a:ea typeface="Yu Gothic" pitchFamily="34" charset="-122"/>
                <a:cs typeface="Yu Gothic" pitchFamily="34" charset="-120"/>
              </a:rPr>
              <a:t>「優勝する」「標準を取る」</a:t>
            </a:r>
            <a:endParaRPr lang="en-US" sz="1700" dirty="0"/>
          </a:p>
        </p:txBody>
      </p:sp>
      <p:sp>
        <p:nvSpPr>
          <p:cNvPr id="8" name="Shape 6"/>
          <p:cNvSpPr/>
          <p:nvPr/>
        </p:nvSpPr>
        <p:spPr>
          <a:xfrm>
            <a:off x="457200" y="2569464"/>
            <a:ext cx="7863840" cy="676656"/>
          </a:xfrm>
          <a:prstGeom prst="roundRect">
            <a:avLst>
              <a:gd name="adj" fmla="val 9459"/>
            </a:avLst>
          </a:prstGeom>
          <a:solidFill>
            <a:srgbClr val="FAF3F4"/>
          </a:solidFill>
          <a:ln w="12700">
            <a:solidFill>
              <a:srgbClr val="FAF3F4"/>
            </a:solidFill>
            <a:prstDash val="solid"/>
          </a:ln>
        </p:spPr>
      </p:sp>
      <p:sp>
        <p:nvSpPr>
          <p:cNvPr id="9" name="Text 7"/>
          <p:cNvSpPr txBox="1"/>
          <p:nvPr/>
        </p:nvSpPr>
        <p:spPr>
          <a:xfrm>
            <a:off x="777240" y="2569464"/>
            <a:ext cx="2377440" cy="676656"/>
          </a:xfrm>
          <a:prstGeom prst="rect">
            <a:avLst/>
          </a:prstGeom>
          <a:noFill/>
          <a:ln/>
        </p:spPr>
        <p:txBody>
          <a:bodyPr wrap="square" lIns="0" tIns="0" rIns="0" bIns="0" rtlCol="0" anchor="ctr"/>
          <a:lstStyle/>
          <a:p>
            <a:pPr indent="0" marL="0">
              <a:buNone/>
            </a:pPr>
            <a:r>
              <a:rPr lang="en-US" sz="1700" b="1" dirty="0">
                <a:solidFill>
                  <a:srgbClr val="7A1524"/>
                </a:solidFill>
                <a:latin typeface="Yu Gothic" pitchFamily="34" charset="0"/>
                <a:ea typeface="Yu Gothic" pitchFamily="34" charset="-122"/>
                <a:cs typeface="Yu Gothic" pitchFamily="34" charset="-120"/>
              </a:rPr>
              <a:t>パフォーマンス目標</a:t>
            </a:r>
            <a:endParaRPr lang="en-US" sz="1700" dirty="0"/>
          </a:p>
        </p:txBody>
      </p:sp>
      <p:sp>
        <p:nvSpPr>
          <p:cNvPr id="10" name="Text 8"/>
          <p:cNvSpPr txBox="1"/>
          <p:nvPr/>
        </p:nvSpPr>
        <p:spPr>
          <a:xfrm>
            <a:off x="3246120" y="2569464"/>
            <a:ext cx="4937760" cy="676656"/>
          </a:xfrm>
          <a:prstGeom prst="rect">
            <a:avLst/>
          </a:prstGeom>
          <a:noFill/>
          <a:ln/>
        </p:spPr>
        <p:txBody>
          <a:bodyPr wrap="square" lIns="0" tIns="0" rIns="0" bIns="0" rtlCol="0" anchor="ctr"/>
          <a:lstStyle/>
          <a:p>
            <a:pPr indent="0" marL="0">
              <a:buNone/>
            </a:pPr>
            <a:r>
              <a:rPr lang="en-US" sz="1700" dirty="0">
                <a:solidFill>
                  <a:srgbClr val="3B3634"/>
                </a:solidFill>
                <a:latin typeface="Yu Gothic" pitchFamily="34" charset="0"/>
                <a:ea typeface="Yu Gothic" pitchFamily="34" charset="-122"/>
                <a:cs typeface="Yu Gothic" pitchFamily="34" charset="-120"/>
              </a:rPr>
              <a:t>「○kgを成功させる」</a:t>
            </a:r>
            <a:endParaRPr lang="en-US" sz="1700" dirty="0"/>
          </a:p>
        </p:txBody>
      </p:sp>
      <p:sp>
        <p:nvSpPr>
          <p:cNvPr id="11" name="Shape 9"/>
          <p:cNvSpPr/>
          <p:nvPr/>
        </p:nvSpPr>
        <p:spPr>
          <a:xfrm>
            <a:off x="457200" y="3355848"/>
            <a:ext cx="7863840" cy="676656"/>
          </a:xfrm>
          <a:prstGeom prst="roundRect">
            <a:avLst>
              <a:gd name="adj" fmla="val 9459"/>
            </a:avLst>
          </a:prstGeom>
          <a:solidFill>
            <a:srgbClr val="540E19"/>
          </a:solidFill>
          <a:ln w="12700">
            <a:solidFill>
              <a:srgbClr val="540E19"/>
            </a:solidFill>
            <a:prstDash val="solid"/>
          </a:ln>
        </p:spPr>
      </p:sp>
      <p:sp>
        <p:nvSpPr>
          <p:cNvPr id="12" name="Text 10"/>
          <p:cNvSpPr txBox="1"/>
          <p:nvPr/>
        </p:nvSpPr>
        <p:spPr>
          <a:xfrm>
            <a:off x="777240" y="3355848"/>
            <a:ext cx="2377440" cy="676656"/>
          </a:xfrm>
          <a:prstGeom prst="rect">
            <a:avLst/>
          </a:prstGeom>
          <a:noFill/>
          <a:ln/>
        </p:spPr>
        <p:txBody>
          <a:bodyPr wrap="square" lIns="0" tIns="0" rIns="0" bIns="0" rtlCol="0" anchor="ctr"/>
          <a:lstStyle/>
          <a:p>
            <a:pPr indent="0" marL="0">
              <a:buNone/>
            </a:pPr>
            <a:r>
              <a:rPr lang="en-US" sz="1700" b="1" dirty="0">
                <a:solidFill>
                  <a:srgbClr val="F0B9C3"/>
                </a:solidFill>
                <a:latin typeface="Yu Gothic" pitchFamily="34" charset="0"/>
                <a:ea typeface="Yu Gothic" pitchFamily="34" charset="-122"/>
                <a:cs typeface="Yu Gothic" pitchFamily="34" charset="-120"/>
              </a:rPr>
              <a:t>行動目標</a:t>
            </a:r>
            <a:endParaRPr lang="en-US" sz="1700" dirty="0"/>
          </a:p>
        </p:txBody>
      </p:sp>
      <p:sp>
        <p:nvSpPr>
          <p:cNvPr id="13" name="Text 11"/>
          <p:cNvSpPr txBox="1"/>
          <p:nvPr/>
        </p:nvSpPr>
        <p:spPr>
          <a:xfrm>
            <a:off x="3246120" y="3355848"/>
            <a:ext cx="4937760" cy="676656"/>
          </a:xfrm>
          <a:prstGeom prst="rect">
            <a:avLst/>
          </a:prstGeom>
          <a:noFill/>
          <a:ln/>
        </p:spPr>
        <p:txBody>
          <a:bodyPr wrap="square" lIns="0" tIns="0" rIns="0" bIns="0" rtlCol="0" anchor="ctr"/>
          <a:lstStyle/>
          <a:p>
            <a:pPr indent="0" marL="0">
              <a:buNone/>
            </a:pPr>
            <a:r>
              <a:rPr lang="en-US" sz="1700" dirty="0">
                <a:solidFill>
                  <a:srgbClr val="FFFFFF"/>
                </a:solidFill>
                <a:latin typeface="Yu Gothic" pitchFamily="34" charset="0"/>
                <a:ea typeface="Yu Gothic" pitchFamily="34" charset="-122"/>
                <a:cs typeface="Yu Gothic" pitchFamily="34" charset="-120"/>
              </a:rPr>
              <a:t>「そのために今日何をする？」</a:t>
            </a:r>
            <a:endParaRPr lang="en-US" sz="1700" dirty="0"/>
          </a:p>
        </p:txBody>
      </p:sp>
      <p:sp>
        <p:nvSpPr>
          <p:cNvPr id="14" name="Text 12"/>
          <p:cNvSpPr txBox="1"/>
          <p:nvPr/>
        </p:nvSpPr>
        <p:spPr>
          <a:xfrm>
            <a:off x="457200" y="4251960"/>
            <a:ext cx="7863840" cy="411480"/>
          </a:xfrm>
          <a:prstGeom prst="rect">
            <a:avLst/>
          </a:prstGeom>
          <a:noFill/>
          <a:ln/>
        </p:spPr>
        <p:txBody>
          <a:bodyPr wrap="square" lIns="0" tIns="0" rIns="0" bIns="0" rtlCol="0" anchor="ctr"/>
          <a:lstStyle/>
          <a:p>
            <a:pPr indent="0" marL="0">
              <a:buNone/>
            </a:pPr>
            <a:r>
              <a:rPr lang="en-US" sz="1800" b="1" dirty="0">
                <a:solidFill>
                  <a:srgbClr val="7A1524"/>
                </a:solidFill>
                <a:latin typeface="Yu Gothic" pitchFamily="34" charset="0"/>
                <a:ea typeface="Yu Gothic" pitchFamily="34" charset="-122"/>
                <a:cs typeface="Yu Gothic" pitchFamily="34" charset="-120"/>
              </a:rPr>
              <a:t>結果だけでは、今日の行動は決まりません。</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4　メンタルトレーニングとは</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20</a:t>
            </a:r>
            <a:endParaRPr lang="en-US" sz="1100" dirty="0"/>
          </a:p>
        </p:txBody>
      </p:sp>
      <p:sp>
        <p:nvSpPr>
          <p:cNvPr id="4" name="Text 2"/>
          <p:cNvSpPr txBox="1"/>
          <p:nvPr/>
        </p:nvSpPr>
        <p:spPr>
          <a:xfrm>
            <a:off x="457200" y="777240"/>
            <a:ext cx="7863840" cy="1188720"/>
          </a:xfrm>
          <a:prstGeom prst="rect">
            <a:avLst/>
          </a:prstGeom>
          <a:noFill/>
          <a:ln/>
        </p:spPr>
        <p:txBody>
          <a:bodyPr wrap="square" lIns="0" tIns="0" rIns="0" bIns="0" rtlCol="0" anchor="t"/>
          <a:lstStyle/>
          <a:p>
            <a:pPr algn="l" indent="0" marL="0">
              <a:lnSpc>
                <a:spcPts val="4930"/>
              </a:lnSpc>
              <a:buNone/>
            </a:pPr>
            <a:r>
              <a:rPr lang="en-US" sz="3400" b="1" dirty="0">
                <a:solidFill>
                  <a:srgbClr val="141416"/>
                </a:solidFill>
                <a:latin typeface="Yu Mincho" pitchFamily="34" charset="0"/>
                <a:ea typeface="Yu Mincho" pitchFamily="34" charset="-122"/>
                <a:cs typeface="Yu Mincho" pitchFamily="34" charset="-120"/>
              </a:rPr>
              <a:t>目標を達成できる選手なら、</a:t>
            </a:r>
            <a:endParaRPr lang="en-US" sz="3400" dirty="0"/>
          </a:p>
          <a:p>
            <a:pPr algn="l" indent="0" marL="0">
              <a:lnSpc>
                <a:spcPts val="4930"/>
              </a:lnSpc>
              <a:buNone/>
            </a:pPr>
            <a:r>
              <a:rPr lang="en-US" sz="3400" b="1" dirty="0">
                <a:solidFill>
                  <a:srgbClr val="141416"/>
                </a:solidFill>
                <a:latin typeface="Yu Mincho" pitchFamily="34" charset="0"/>
                <a:ea typeface="Yu Mincho" pitchFamily="34" charset="-122"/>
                <a:cs typeface="Yu Mincho" pitchFamily="34" charset="-120"/>
              </a:rPr>
              <a:t>今日どうする？</a:t>
            </a:r>
            <a:endParaRPr lang="en-US" sz="3400" dirty="0"/>
          </a:p>
        </p:txBody>
      </p:sp>
      <p:sp>
        <p:nvSpPr>
          <p:cNvPr id="5" name="Shape 3"/>
          <p:cNvSpPr/>
          <p:nvPr/>
        </p:nvSpPr>
        <p:spPr>
          <a:xfrm>
            <a:off x="457200" y="2331720"/>
            <a:ext cx="3931920" cy="621792"/>
          </a:xfrm>
          <a:prstGeom prst="roundRect">
            <a:avLst>
              <a:gd name="adj" fmla="val 8824"/>
            </a:avLst>
          </a:prstGeom>
          <a:solidFill>
            <a:srgbClr val="7A1524"/>
          </a:solidFill>
          <a:ln w="12700">
            <a:solidFill>
              <a:srgbClr val="7A1524"/>
            </a:solidFill>
            <a:prstDash val="solid"/>
          </a:ln>
        </p:spPr>
      </p:sp>
      <p:sp>
        <p:nvSpPr>
          <p:cNvPr id="6" name="Text 4"/>
          <p:cNvSpPr txBox="1"/>
          <p:nvPr/>
        </p:nvSpPr>
        <p:spPr>
          <a:xfrm>
            <a:off x="457200" y="2331720"/>
            <a:ext cx="3931920" cy="621792"/>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やること　1つ</a:t>
            </a:r>
            <a:endParaRPr lang="en-US" sz="1800" dirty="0"/>
          </a:p>
        </p:txBody>
      </p:sp>
      <p:sp>
        <p:nvSpPr>
          <p:cNvPr id="7" name="Shape 5"/>
          <p:cNvSpPr/>
          <p:nvPr/>
        </p:nvSpPr>
        <p:spPr>
          <a:xfrm>
            <a:off x="4754880" y="2331720"/>
            <a:ext cx="3931920" cy="621792"/>
          </a:xfrm>
          <a:prstGeom prst="roundRect">
            <a:avLst>
              <a:gd name="adj" fmla="val 8824"/>
            </a:avLst>
          </a:prstGeom>
          <a:solidFill>
            <a:srgbClr val="F5F1F0"/>
          </a:solidFill>
          <a:ln w="12700">
            <a:solidFill>
              <a:srgbClr val="E1D9D9"/>
            </a:solidFill>
            <a:prstDash val="solid"/>
          </a:ln>
        </p:spPr>
      </p:sp>
      <p:sp>
        <p:nvSpPr>
          <p:cNvPr id="8" name="Text 6"/>
          <p:cNvSpPr txBox="1"/>
          <p:nvPr/>
        </p:nvSpPr>
        <p:spPr>
          <a:xfrm>
            <a:off x="4754880" y="2331720"/>
            <a:ext cx="3931920" cy="621792"/>
          </a:xfrm>
          <a:prstGeom prst="rect">
            <a:avLst/>
          </a:prstGeom>
          <a:noFill/>
          <a:ln/>
        </p:spPr>
        <p:txBody>
          <a:bodyPr wrap="square" lIns="0" tIns="0" rIns="0" bIns="0" rtlCol="0" anchor="ctr"/>
          <a:lstStyle/>
          <a:p>
            <a:pPr algn="ctr" indent="0" marL="0">
              <a:buNone/>
            </a:pPr>
            <a:r>
              <a:rPr lang="en-US" sz="1800" b="1" dirty="0">
                <a:solidFill>
                  <a:srgbClr val="6B6360"/>
                </a:solidFill>
                <a:latin typeface="Yu Gothic" pitchFamily="34" charset="0"/>
                <a:ea typeface="Yu Gothic" pitchFamily="34" charset="-122"/>
                <a:cs typeface="Yu Gothic" pitchFamily="34" charset="-120"/>
              </a:rPr>
              <a:t>やらないこと　1つ</a:t>
            </a:r>
            <a:endParaRPr lang="en-US" sz="1800" dirty="0"/>
          </a:p>
        </p:txBody>
      </p:sp>
      <p:sp>
        <p:nvSpPr>
          <p:cNvPr id="9" name="Text 7"/>
          <p:cNvSpPr txBox="1"/>
          <p:nvPr/>
        </p:nvSpPr>
        <p:spPr>
          <a:xfrm>
            <a:off x="457200" y="3200400"/>
            <a:ext cx="7863840" cy="914400"/>
          </a:xfrm>
          <a:prstGeom prst="rect">
            <a:avLst/>
          </a:prstGeom>
          <a:noFill/>
          <a:ln/>
        </p:spPr>
        <p:txBody>
          <a:bodyPr wrap="square" lIns="0" tIns="0" rIns="0" bIns="0" rtlCol="0" anchor="ctr"/>
          <a:lstStyle/>
          <a:p>
            <a:pPr indent="0" marL="0">
              <a:lnSpc>
                <a:spcPts val="3000"/>
              </a:lnSpc>
              <a:buNone/>
            </a:pPr>
            <a:r>
              <a:rPr lang="en-US" sz="1800" dirty="0">
                <a:solidFill>
                  <a:srgbClr val="3B3634"/>
                </a:solidFill>
                <a:latin typeface="Yu Gothic" pitchFamily="34" charset="0"/>
                <a:ea typeface="Yu Gothic" pitchFamily="34" charset="-122"/>
                <a:cs typeface="Yu Gothic" pitchFamily="34" charset="-120"/>
              </a:rPr>
              <a:t>たとえば、今日はフォームを大事にする。</a:t>
            </a:r>
            <a:endParaRPr lang="en-US" sz="1800" dirty="0"/>
          </a:p>
          <a:p>
            <a:pPr indent="0" marL="0">
              <a:lnSpc>
                <a:spcPts val="3000"/>
              </a:lnSpc>
              <a:buNone/>
            </a:pPr>
            <a:r>
              <a:rPr lang="en-US" sz="1800" dirty="0">
                <a:solidFill>
                  <a:srgbClr val="3B3634"/>
                </a:solidFill>
                <a:latin typeface="Yu Gothic" pitchFamily="34" charset="0"/>
                <a:ea typeface="Yu Gothic" pitchFamily="34" charset="-122"/>
                <a:cs typeface="Yu Gothic" pitchFamily="34" charset="-120"/>
              </a:rPr>
              <a:t>今日は追加で重い重量を持たない。今日はしっかり寝る。</a:t>
            </a:r>
            <a:endParaRPr lang="en-US" sz="1800" dirty="0"/>
          </a:p>
        </p:txBody>
      </p:sp>
      <p:sp>
        <p:nvSpPr>
          <p:cNvPr id="10" name="Text 8"/>
          <p:cNvSpPr txBox="1"/>
          <p:nvPr/>
        </p:nvSpPr>
        <p:spPr>
          <a:xfrm>
            <a:off x="457200" y="4297680"/>
            <a:ext cx="7863840" cy="411480"/>
          </a:xfrm>
          <a:prstGeom prst="rect">
            <a:avLst/>
          </a:prstGeom>
          <a:noFill/>
          <a:ln/>
        </p:spPr>
        <p:txBody>
          <a:bodyPr wrap="square" lIns="0" tIns="0" rIns="0" bIns="0" rtlCol="0" anchor="ctr"/>
          <a:lstStyle/>
          <a:p>
            <a:pPr indent="0" marL="0">
              <a:buNone/>
            </a:pPr>
            <a:r>
              <a:rPr lang="en-US" sz="1800" b="1" dirty="0">
                <a:solidFill>
                  <a:srgbClr val="7A1524"/>
                </a:solidFill>
                <a:latin typeface="Yu Gothic" pitchFamily="34" charset="0"/>
                <a:ea typeface="Yu Gothic" pitchFamily="34" charset="-122"/>
                <a:cs typeface="Yu Gothic" pitchFamily="34" charset="-120"/>
              </a:rPr>
              <a:t>目標は、毎日の選択からつくられます。</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5　受講された方の変化</a:t>
            </a:r>
            <a:endParaRPr lang="en-US" sz="1200" dirty="0"/>
          </a:p>
        </p:txBody>
      </p:sp>
      <p:sp>
        <p:nvSpPr>
          <p:cNvPr id="3" name="Text 1"/>
          <p:cNvSpPr txBox="1"/>
          <p:nvPr/>
        </p:nvSpPr>
        <p:spPr>
          <a:xfrm>
            <a:off x="457200" y="4576572"/>
            <a:ext cx="548640" cy="274320"/>
          </a:xfrm>
          <a:prstGeom prst="rect">
            <a:avLst/>
          </a:prstGeom>
          <a:noFill/>
          <a:ln/>
        </p:spPr>
        <p:txBody>
          <a:bodyPr wrap="square" lIns="0" tIns="0" rIns="0" bIns="0" rtlCol="0" anchor="ctr"/>
          <a:lstStyle/>
          <a:p>
            <a:pPr algn="l" indent="0" marL="0">
              <a:buNone/>
            </a:pPr>
            <a:r>
              <a:rPr lang="en-US" sz="1100" dirty="0">
                <a:solidFill>
                  <a:srgbClr val="6B6360"/>
                </a:solidFill>
                <a:latin typeface="Yu Gothic" pitchFamily="34" charset="0"/>
                <a:ea typeface="Yu Gothic" pitchFamily="34" charset="-122"/>
                <a:cs typeface="Yu Gothic" pitchFamily="34" charset="-120"/>
              </a:rPr>
              <a:t>21</a:t>
            </a:r>
            <a:endParaRPr lang="en-US" sz="1100" dirty="0"/>
          </a:p>
        </p:txBody>
      </p:sp>
      <p:pic>
        <p:nvPicPr>
          <p:cNvPr id="4" name="Image 0" descr="../lp/images/voice-kenny-meet.jpg">    </p:cNvPr>
          <p:cNvPicPr>
            <a:picLocks noChangeAspect="1"/>
          </p:cNvPicPr>
          <p:nvPr/>
        </p:nvPicPr>
        <p:blipFill>
          <a:blip r:embed="rId1"/>
          <a:srcRect l="0" r="0" t="0" b="0"/>
          <a:stretch/>
        </p:blipFill>
        <p:spPr>
          <a:xfrm>
            <a:off x="5029200" y="0"/>
            <a:ext cx="4114800" cy="5143500"/>
          </a:xfrm>
          <a:prstGeom prst="rect">
            <a:avLst/>
          </a:prstGeom>
        </p:spPr>
      </p:pic>
      <p:sp>
        <p:nvSpPr>
          <p:cNvPr id="5" name="Text 2"/>
          <p:cNvSpPr txBox="1"/>
          <p:nvPr/>
        </p:nvSpPr>
        <p:spPr>
          <a:xfrm>
            <a:off x="457200" y="658368"/>
            <a:ext cx="4297680" cy="1188720"/>
          </a:xfrm>
          <a:prstGeom prst="rect">
            <a:avLst/>
          </a:prstGeom>
          <a:noFill/>
          <a:ln/>
        </p:spPr>
        <p:txBody>
          <a:bodyPr wrap="square" lIns="0" tIns="0" rIns="0" bIns="0" rtlCol="0" anchor="t"/>
          <a:lstStyle/>
          <a:p>
            <a:pPr algn="l" indent="0" marL="0">
              <a:lnSpc>
                <a:spcPts val="3770"/>
              </a:lnSpc>
              <a:buNone/>
            </a:pPr>
            <a:r>
              <a:rPr lang="en-US" sz="2600" b="1" dirty="0">
                <a:solidFill>
                  <a:srgbClr val="141416"/>
                </a:solidFill>
                <a:latin typeface="Yu Mincho" pitchFamily="34" charset="0"/>
                <a:ea typeface="Yu Mincho" pitchFamily="34" charset="-122"/>
                <a:cs typeface="Yu Mincho" pitchFamily="34" charset="-120"/>
              </a:rPr>
              <a:t>「700を取らないと、</a:t>
            </a:r>
            <a:endParaRPr lang="en-US" sz="2600" dirty="0"/>
          </a:p>
          <a:p>
            <a:pPr algn="l" indent="0" marL="0">
              <a:lnSpc>
                <a:spcPts val="3770"/>
              </a:lnSpc>
              <a:buNone/>
            </a:pPr>
            <a:r>
              <a:rPr lang="en-US" sz="2600" b="1" dirty="0">
                <a:solidFill>
                  <a:srgbClr val="141416"/>
                </a:solidFill>
                <a:latin typeface="Yu Mincho" pitchFamily="34" charset="0"/>
                <a:ea typeface="Yu Mincho" pitchFamily="34" charset="-122"/>
                <a:cs typeface="Yu Mincho" pitchFamily="34" charset="-120"/>
              </a:rPr>
              <a:t>自分に存在意義がない」</a:t>
            </a:r>
            <a:endParaRPr lang="en-US" sz="2600" dirty="0"/>
          </a:p>
          <a:p>
            <a:pPr algn="l" indent="0" marL="0">
              <a:lnSpc>
                <a:spcPts val="3770"/>
              </a:lnSpc>
              <a:buNone/>
            </a:pPr>
            <a:r>
              <a:rPr lang="en-US" sz="2600" b="1" dirty="0">
                <a:solidFill>
                  <a:srgbClr val="141416"/>
                </a:solidFill>
                <a:latin typeface="Yu Mincho" pitchFamily="34" charset="0"/>
                <a:ea typeface="Yu Mincho" pitchFamily="34" charset="-122"/>
                <a:cs typeface="Yu Mincho" pitchFamily="34" charset="-120"/>
              </a:rPr>
              <a:t>と思っていた</a:t>
            </a:r>
            <a:endParaRPr lang="en-US" sz="2600" dirty="0"/>
          </a:p>
        </p:txBody>
      </p:sp>
      <p:pic>
        <p:nvPicPr>
          <p:cNvPr id="6" name="Image 1" descr="../lp/images/voice-kenny.jpg">    </p:cNvPr>
          <p:cNvPicPr>
            <a:picLocks noChangeAspect="1"/>
          </p:cNvPicPr>
          <p:nvPr/>
        </p:nvPicPr>
        <p:blipFill>
          <a:blip r:embed="rId2"/>
          <a:srcRect l="0" r="0" t="0" b="0"/>
          <a:stretch/>
        </p:blipFill>
        <p:spPr>
          <a:xfrm>
            <a:off x="457200" y="2487168"/>
            <a:ext cx="960120" cy="960120"/>
          </a:xfrm>
          <a:prstGeom prst="ellipse">
            <a:avLst/>
          </a:prstGeom>
        </p:spPr>
      </p:pic>
      <p:sp>
        <p:nvSpPr>
          <p:cNvPr id="7" name="Text 3"/>
          <p:cNvSpPr txBox="1"/>
          <p:nvPr/>
        </p:nvSpPr>
        <p:spPr>
          <a:xfrm>
            <a:off x="1600200" y="2578608"/>
            <a:ext cx="3017520" cy="365760"/>
          </a:xfrm>
          <a:prstGeom prst="rect">
            <a:avLst/>
          </a:prstGeom>
          <a:noFill/>
          <a:ln/>
        </p:spPr>
        <p:txBody>
          <a:bodyPr wrap="square" lIns="0" tIns="0" rIns="0" bIns="0" rtlCol="0" anchor="ctr"/>
          <a:lstStyle/>
          <a:p>
            <a:pPr indent="0" marL="0">
              <a:buNone/>
            </a:pPr>
            <a:r>
              <a:rPr lang="en-US" sz="2100" b="1" dirty="0">
                <a:solidFill>
                  <a:srgbClr val="141416"/>
                </a:solidFill>
                <a:latin typeface="Yu Gothic" pitchFamily="34" charset="0"/>
                <a:ea typeface="Yu Gothic" pitchFamily="34" charset="-122"/>
                <a:cs typeface="Yu Gothic" pitchFamily="34" charset="-120"/>
              </a:rPr>
              <a:t>ケニーさん</a:t>
            </a:r>
            <a:endParaRPr lang="en-US" sz="2100" dirty="0"/>
          </a:p>
        </p:txBody>
      </p:sp>
      <p:sp>
        <p:nvSpPr>
          <p:cNvPr id="8" name="Text 4"/>
          <p:cNvSpPr txBox="1"/>
          <p:nvPr/>
        </p:nvSpPr>
        <p:spPr>
          <a:xfrm>
            <a:off x="1600200" y="2980944"/>
            <a:ext cx="3017520" cy="292608"/>
          </a:xfrm>
          <a:prstGeom prst="rect">
            <a:avLst/>
          </a:prstGeom>
          <a:noFill/>
          <a:ln/>
        </p:spPr>
        <p:txBody>
          <a:bodyPr wrap="square" lIns="0" tIns="0" rIns="0" bIns="0" rtlCol="0" anchor="ctr"/>
          <a:lstStyle/>
          <a:p>
            <a:pPr indent="0" marL="0">
              <a:buNone/>
            </a:pPr>
            <a:r>
              <a:rPr lang="en-US" sz="1400" b="1" dirty="0">
                <a:solidFill>
                  <a:srgbClr val="7A1524"/>
                </a:solidFill>
                <a:latin typeface="Yu Gothic" pitchFamily="34" charset="0"/>
                <a:ea typeface="Yu Gothic" pitchFamily="34" charset="-122"/>
                <a:cs typeface="Yu Gothic" pitchFamily="34" charset="-120"/>
              </a:rPr>
              <a:t>パワーリフター・83kg級</a:t>
            </a:r>
            <a:endParaRPr lang="en-US" sz="1400" dirty="0"/>
          </a:p>
        </p:txBody>
      </p:sp>
      <p:sp>
        <p:nvSpPr>
          <p:cNvPr id="9" name="Text 5"/>
          <p:cNvSpPr txBox="1"/>
          <p:nvPr/>
        </p:nvSpPr>
        <p:spPr>
          <a:xfrm>
            <a:off x="457200" y="3675888"/>
            <a:ext cx="4297680" cy="731520"/>
          </a:xfrm>
          <a:prstGeom prst="rect">
            <a:avLst/>
          </a:prstGeom>
          <a:noFill/>
          <a:ln/>
        </p:spPr>
        <p:txBody>
          <a:bodyPr wrap="square" lIns="0" tIns="0" rIns="0" bIns="0" rtlCol="0" anchor="ctr"/>
          <a:lstStyle/>
          <a:p>
            <a:pPr indent="0" marL="0">
              <a:lnSpc>
                <a:spcPts val="2600"/>
              </a:lnSpc>
              <a:buNone/>
            </a:pPr>
            <a:r>
              <a:rPr lang="en-US" sz="1600" dirty="0">
                <a:solidFill>
                  <a:srgbClr val="3B3634"/>
                </a:solidFill>
                <a:latin typeface="Yu Gothic" pitchFamily="34" charset="0"/>
                <a:ea typeface="Yu Gothic" pitchFamily="34" charset="-122"/>
                <a:cs typeface="Yu Gothic" pitchFamily="34" charset="-120"/>
              </a:rPr>
              <a:t>実際にコーチングを受けられた方に、</a:t>
            </a:r>
            <a:endParaRPr lang="en-US" sz="1600" dirty="0"/>
          </a:p>
          <a:p>
            <a:pPr indent="0" marL="0">
              <a:lnSpc>
                <a:spcPts val="2600"/>
              </a:lnSpc>
              <a:buNone/>
            </a:pPr>
            <a:r>
              <a:rPr lang="en-US" sz="1600" dirty="0">
                <a:solidFill>
                  <a:srgbClr val="3B3634"/>
                </a:solidFill>
                <a:latin typeface="Yu Gothic" pitchFamily="34" charset="0"/>
                <a:ea typeface="Yu Gothic" pitchFamily="34" charset="-122"/>
                <a:cs typeface="Yu Gothic" pitchFamily="34" charset="-120"/>
              </a:rPr>
              <a:t>受ける前と後のお話を伺いました。</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5　受講された方の変化</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22</a:t>
            </a:r>
            <a:endParaRPr lang="en-US" sz="1100" dirty="0"/>
          </a:p>
        </p:txBody>
      </p:sp>
      <p:sp>
        <p:nvSpPr>
          <p:cNvPr id="4" name="Text 2"/>
          <p:cNvSpPr txBox="1"/>
          <p:nvPr/>
        </p:nvSpPr>
        <p:spPr>
          <a:xfrm>
            <a:off x="457200" y="777240"/>
            <a:ext cx="8229600" cy="1188720"/>
          </a:xfrm>
          <a:prstGeom prst="rect">
            <a:avLst/>
          </a:prstGeom>
          <a:noFill/>
          <a:ln/>
        </p:spPr>
        <p:txBody>
          <a:bodyPr wrap="square" lIns="0" tIns="0" rIns="0" bIns="0" rtlCol="0" anchor="t"/>
          <a:lstStyle/>
          <a:p>
            <a:pPr algn="l" indent="0" marL="0">
              <a:lnSpc>
                <a:spcPts val="3915"/>
              </a:lnSpc>
              <a:buNone/>
            </a:pPr>
            <a:r>
              <a:rPr lang="en-US" sz="2700" b="1" dirty="0">
                <a:solidFill>
                  <a:srgbClr val="141416"/>
                </a:solidFill>
                <a:latin typeface="Yu Mincho" pitchFamily="34" charset="0"/>
                <a:ea typeface="Yu Mincho" pitchFamily="34" charset="-122"/>
                <a:cs typeface="Yu Mincho" pitchFamily="34" charset="-120"/>
              </a:rPr>
              <a:t>受ける前｜「PRを出さないと、自分はダメだ」</a:t>
            </a:r>
            <a:endParaRPr lang="en-US" sz="2700" dirty="0"/>
          </a:p>
        </p:txBody>
      </p:sp>
      <p:sp>
        <p:nvSpPr>
          <p:cNvPr id="5" name="Text 3"/>
          <p:cNvSpPr txBox="1"/>
          <p:nvPr/>
        </p:nvSpPr>
        <p:spPr>
          <a:xfrm>
            <a:off x="457200" y="1737360"/>
            <a:ext cx="8229600" cy="914400"/>
          </a:xfrm>
          <a:prstGeom prst="rect">
            <a:avLst/>
          </a:prstGeom>
          <a:noFill/>
          <a:ln/>
        </p:spPr>
        <p:txBody>
          <a:bodyPr wrap="square" lIns="0" tIns="0" rIns="0" bIns="0" rtlCol="0" anchor="ctr"/>
          <a:lstStyle/>
          <a:p>
            <a:pPr indent="0" marL="0">
              <a:lnSpc>
                <a:spcPts val="3000"/>
              </a:lnSpc>
              <a:buNone/>
            </a:pPr>
            <a:r>
              <a:rPr lang="en-US" sz="1800" dirty="0">
                <a:solidFill>
                  <a:srgbClr val="3B3634"/>
                </a:solidFill>
                <a:latin typeface="Yu Gothic" pitchFamily="34" charset="0"/>
                <a:ea typeface="Yu Gothic" pitchFamily="34" charset="-122"/>
                <a:cs typeface="Yu Gothic" pitchFamily="34" charset="-120"/>
              </a:rPr>
              <a:t>トレーニングは頑張っている。それなのに、試合の大事な場面で決めきれない。</a:t>
            </a:r>
            <a:endParaRPr lang="en-US" sz="1800" dirty="0"/>
          </a:p>
          <a:p>
            <a:pPr indent="0" marL="0">
              <a:lnSpc>
                <a:spcPts val="3000"/>
              </a:lnSpc>
              <a:buNone/>
            </a:pPr>
            <a:r>
              <a:rPr lang="en-US" sz="1800" dirty="0">
                <a:solidFill>
                  <a:srgbClr val="3B3634"/>
                </a:solidFill>
                <a:latin typeface="Yu Gothic" pitchFamily="34" charset="0"/>
                <a:ea typeface="Yu Gothic" pitchFamily="34" charset="-122"/>
                <a:cs typeface="Yu Gothic" pitchFamily="34" charset="-120"/>
              </a:rPr>
              <a:t>デッドリフトの3本目は、ほぼ毎回失敗していました。</a:t>
            </a:r>
            <a:endParaRPr lang="en-US" sz="1800" dirty="0"/>
          </a:p>
        </p:txBody>
      </p:sp>
      <p:sp>
        <p:nvSpPr>
          <p:cNvPr id="6" name="Text 4"/>
          <p:cNvSpPr txBox="1"/>
          <p:nvPr/>
        </p:nvSpPr>
        <p:spPr>
          <a:xfrm>
            <a:off x="457200" y="2743200"/>
            <a:ext cx="8229600" cy="914400"/>
          </a:xfrm>
          <a:prstGeom prst="rect">
            <a:avLst/>
          </a:prstGeom>
          <a:noFill/>
          <a:ln/>
        </p:spPr>
        <p:txBody>
          <a:bodyPr wrap="square" lIns="0" tIns="0" rIns="0" bIns="0" rtlCol="0" anchor="ctr"/>
          <a:lstStyle/>
          <a:p>
            <a:pPr indent="0" marL="0">
              <a:lnSpc>
                <a:spcPts val="3000"/>
              </a:lnSpc>
              <a:buNone/>
            </a:pPr>
            <a:r>
              <a:rPr lang="en-US" sz="1800" dirty="0">
                <a:solidFill>
                  <a:srgbClr val="3B3634"/>
                </a:solidFill>
                <a:latin typeface="Yu Gothic" pitchFamily="34" charset="0"/>
                <a:ea typeface="Yu Gothic" pitchFamily="34" charset="-122"/>
                <a:cs typeface="Yu Gothic" pitchFamily="34" charset="-120"/>
              </a:rPr>
              <a:t>自分の試技なのに、自分にベクトルが向いていない。</a:t>
            </a:r>
            <a:endParaRPr lang="en-US" sz="1800" dirty="0"/>
          </a:p>
          <a:p>
            <a:pPr indent="0" marL="0">
              <a:lnSpc>
                <a:spcPts val="3000"/>
              </a:lnSpc>
              <a:buNone/>
            </a:pPr>
            <a:r>
              <a:rPr lang="en-US" sz="1800" dirty="0">
                <a:solidFill>
                  <a:srgbClr val="3B3634"/>
                </a:solidFill>
                <a:latin typeface="Yu Gothic" pitchFamily="34" charset="0"/>
                <a:ea typeface="Yu Gothic" pitchFamily="34" charset="-122"/>
                <a:cs typeface="Yu Gothic" pitchFamily="34" charset="-120"/>
              </a:rPr>
              <a:t>数字ばかりを追いかけていました。</a:t>
            </a:r>
            <a:endParaRPr lang="en-US" sz="1800" dirty="0"/>
          </a:p>
        </p:txBody>
      </p:sp>
      <p:sp>
        <p:nvSpPr>
          <p:cNvPr id="7" name="Shape 5"/>
          <p:cNvSpPr/>
          <p:nvPr/>
        </p:nvSpPr>
        <p:spPr>
          <a:xfrm>
            <a:off x="457200" y="3675888"/>
            <a:ext cx="8229600" cy="822960"/>
          </a:xfrm>
          <a:prstGeom prst="roundRect">
            <a:avLst>
              <a:gd name="adj" fmla="val 8889"/>
            </a:avLst>
          </a:prstGeom>
          <a:solidFill>
            <a:srgbClr val="540E19"/>
          </a:solidFill>
          <a:ln w="12700">
            <a:solidFill>
              <a:srgbClr val="540E19"/>
            </a:solidFill>
            <a:prstDash val="solid"/>
          </a:ln>
        </p:spPr>
      </p:sp>
      <p:sp>
        <p:nvSpPr>
          <p:cNvPr id="8" name="Text 6"/>
          <p:cNvSpPr txBox="1"/>
          <p:nvPr/>
        </p:nvSpPr>
        <p:spPr>
          <a:xfrm>
            <a:off x="822960" y="3675888"/>
            <a:ext cx="7498080" cy="822960"/>
          </a:xfrm>
          <a:prstGeom prst="rect">
            <a:avLst/>
          </a:prstGeom>
          <a:noFill/>
          <a:ln/>
        </p:spPr>
        <p:txBody>
          <a:bodyPr wrap="square" lIns="0" tIns="0" rIns="0" bIns="0" rtlCol="0" anchor="ctr"/>
          <a:lstStyle/>
          <a:p>
            <a:pPr indent="0" marL="0">
              <a:lnSpc>
                <a:spcPts val="2600"/>
              </a:lnSpc>
              <a:buNone/>
            </a:pPr>
            <a:r>
              <a:rPr lang="en-US" sz="1800" b="1" dirty="0">
                <a:solidFill>
                  <a:srgbClr val="FFFFFF"/>
                </a:solidFill>
                <a:latin typeface="Yu Mincho" pitchFamily="34" charset="0"/>
                <a:ea typeface="Yu Mincho" pitchFamily="34" charset="-122"/>
                <a:cs typeface="Yu Mincho" pitchFamily="34" charset="-120"/>
              </a:rPr>
              <a:t>階級を上げて、標準記録は700kg。</a:t>
            </a:r>
            <a:endParaRPr lang="en-US" sz="1800" dirty="0"/>
          </a:p>
          <a:p>
            <a:pPr indent="0" marL="0">
              <a:lnSpc>
                <a:spcPts val="2600"/>
              </a:lnSpc>
              <a:buNone/>
            </a:pPr>
            <a:r>
              <a:rPr lang="en-US" sz="1800" b="1" dirty="0">
                <a:solidFill>
                  <a:srgbClr val="FFFFFF"/>
                </a:solidFill>
                <a:latin typeface="Yu Mincho" pitchFamily="34" charset="0"/>
                <a:ea typeface="Yu Mincho" pitchFamily="34" charset="-122"/>
                <a:cs typeface="Yu Mincho" pitchFamily="34" charset="-120"/>
              </a:rPr>
              <a:t>その数字が、自分の首を締めていました。</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5　受講された方の変化</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23</a:t>
            </a:r>
            <a:endParaRPr lang="en-US" sz="1100" dirty="0"/>
          </a:p>
        </p:txBody>
      </p:sp>
      <p:sp>
        <p:nvSpPr>
          <p:cNvPr id="4" name="Text 2"/>
          <p:cNvSpPr txBox="1"/>
          <p:nvPr/>
        </p:nvSpPr>
        <p:spPr>
          <a:xfrm>
            <a:off x="457200" y="777240"/>
            <a:ext cx="8229600" cy="1188720"/>
          </a:xfrm>
          <a:prstGeom prst="rect">
            <a:avLst/>
          </a:prstGeom>
          <a:noFill/>
          <a:ln/>
        </p:spPr>
        <p:txBody>
          <a:bodyPr wrap="square" lIns="0" tIns="0" rIns="0" bIns="0" rtlCol="0" anchor="t"/>
          <a:lstStyle/>
          <a:p>
            <a:pPr algn="l" indent="0" marL="0">
              <a:lnSpc>
                <a:spcPts val="3915"/>
              </a:lnSpc>
              <a:buNone/>
            </a:pPr>
            <a:r>
              <a:rPr lang="en-US" sz="2700" b="1" dirty="0">
                <a:solidFill>
                  <a:srgbClr val="141416"/>
                </a:solidFill>
                <a:latin typeface="Yu Mincho" pitchFamily="34" charset="0"/>
                <a:ea typeface="Yu Mincho" pitchFamily="34" charset="-122"/>
                <a:cs typeface="Yu Mincho" pitchFamily="34" charset="-120"/>
              </a:rPr>
              <a:t>受けたあと｜「687.5まで行けば、80点で合格点」</a:t>
            </a:r>
            <a:endParaRPr lang="en-US" sz="2700" dirty="0"/>
          </a:p>
        </p:txBody>
      </p:sp>
      <p:sp>
        <p:nvSpPr>
          <p:cNvPr id="5" name="Shape 3"/>
          <p:cNvSpPr/>
          <p:nvPr/>
        </p:nvSpPr>
        <p:spPr>
          <a:xfrm>
            <a:off x="457200" y="1691640"/>
            <a:ext cx="8229600" cy="777240"/>
          </a:xfrm>
          <a:prstGeom prst="roundRect">
            <a:avLst>
              <a:gd name="adj" fmla="val 9412"/>
            </a:avLst>
          </a:prstGeom>
          <a:solidFill>
            <a:srgbClr val="FAF3F4"/>
          </a:solidFill>
          <a:ln w="12700">
            <a:solidFill>
              <a:srgbClr val="FAF3F4"/>
            </a:solidFill>
            <a:prstDash val="solid"/>
          </a:ln>
        </p:spPr>
      </p:sp>
      <p:sp>
        <p:nvSpPr>
          <p:cNvPr id="6" name="Text 4"/>
          <p:cNvSpPr txBox="1"/>
          <p:nvPr/>
        </p:nvSpPr>
        <p:spPr>
          <a:xfrm>
            <a:off x="822960" y="1691640"/>
            <a:ext cx="7498080" cy="777240"/>
          </a:xfrm>
          <a:prstGeom prst="rect">
            <a:avLst/>
          </a:prstGeom>
          <a:noFill/>
          <a:ln/>
        </p:spPr>
        <p:txBody>
          <a:bodyPr wrap="square" lIns="0" tIns="0" rIns="0" bIns="0" rtlCol="0" anchor="ctr"/>
          <a:lstStyle/>
          <a:p>
            <a:pPr indent="0" marL="0">
              <a:buNone/>
            </a:pPr>
            <a:r>
              <a:rPr lang="en-US" sz="1800" b="1" dirty="0">
                <a:solidFill>
                  <a:srgbClr val="7A1524"/>
                </a:solidFill>
                <a:latin typeface="Yu Gothic" pitchFamily="34" charset="0"/>
                <a:ea typeface="Yu Gothic" pitchFamily="34" charset="-122"/>
                <a:cs typeface="Yu Gothic" pitchFamily="34" charset="-120"/>
              </a:rPr>
              <a:t>コーチングで言われたのは、この一言でした。</a:t>
            </a:r>
            <a:endParaRPr lang="en-US" sz="1800" dirty="0"/>
          </a:p>
        </p:txBody>
      </p:sp>
      <p:sp>
        <p:nvSpPr>
          <p:cNvPr id="7" name="Text 5"/>
          <p:cNvSpPr txBox="1"/>
          <p:nvPr/>
        </p:nvSpPr>
        <p:spPr>
          <a:xfrm>
            <a:off x="457200" y="2697480"/>
            <a:ext cx="8229600" cy="1188720"/>
          </a:xfrm>
          <a:prstGeom prst="rect">
            <a:avLst/>
          </a:prstGeom>
          <a:noFill/>
          <a:ln/>
        </p:spPr>
        <p:txBody>
          <a:bodyPr wrap="square" lIns="0" tIns="0" rIns="0" bIns="0" rtlCol="0" anchor="ctr"/>
          <a:lstStyle/>
          <a:p>
            <a:pPr indent="0" marL="0">
              <a:lnSpc>
                <a:spcPts val="3000"/>
              </a:lnSpc>
              <a:buNone/>
            </a:pPr>
            <a:r>
              <a:rPr lang="en-US" sz="1800" dirty="0">
                <a:solidFill>
                  <a:srgbClr val="3B3634"/>
                </a:solidFill>
                <a:latin typeface="Yu Gothic" pitchFamily="34" charset="0"/>
                <a:ea typeface="Yu Gothic" pitchFamily="34" charset="-122"/>
                <a:cs typeface="Yu Gothic" pitchFamily="34" charset="-120"/>
              </a:rPr>
              <a:t>「700を取らないと絶対ダメだ」と思っていた自分のキャパが、広がりました。</a:t>
            </a:r>
            <a:endParaRPr lang="en-US" sz="1800" dirty="0"/>
          </a:p>
          <a:p>
            <a:pPr indent="0" marL="0">
              <a:lnSpc>
                <a:spcPts val="3000"/>
              </a:lnSpc>
              <a:buNone/>
            </a:pPr>
            <a:r>
              <a:rPr lang="en-US" sz="1800" dirty="0">
                <a:solidFill>
                  <a:srgbClr val="3B3634"/>
                </a:solidFill>
                <a:latin typeface="Yu Gothic" pitchFamily="34" charset="0"/>
                <a:ea typeface="Yu Gothic" pitchFamily="34" charset="-122"/>
                <a:cs typeface="Yu Gothic" pitchFamily="34" charset="-120"/>
              </a:rPr>
              <a:t>根拠のない自信ではなく、ここまで行けたら自分はこれだけできたんだ、</a:t>
            </a:r>
            <a:endParaRPr lang="en-US" sz="1800" dirty="0"/>
          </a:p>
          <a:p>
            <a:pPr indent="0" marL="0">
              <a:lnSpc>
                <a:spcPts val="3000"/>
              </a:lnSpc>
              <a:buNone/>
            </a:pPr>
            <a:r>
              <a:rPr lang="en-US" sz="1800" dirty="0">
                <a:solidFill>
                  <a:srgbClr val="3B3634"/>
                </a:solidFill>
                <a:latin typeface="Yu Gothic" pitchFamily="34" charset="0"/>
                <a:ea typeface="Yu Gothic" pitchFamily="34" charset="-122"/>
                <a:cs typeface="Yu Gothic" pitchFamily="34" charset="-120"/>
              </a:rPr>
              <a:t>という明確なゴールができたからです。</a:t>
            </a:r>
            <a:endParaRPr lang="en-US" sz="1800" dirty="0"/>
          </a:p>
        </p:txBody>
      </p:sp>
      <p:sp>
        <p:nvSpPr>
          <p:cNvPr id="8" name="Text 6"/>
          <p:cNvSpPr txBox="1"/>
          <p:nvPr/>
        </p:nvSpPr>
        <p:spPr>
          <a:xfrm>
            <a:off x="457200" y="3950208"/>
            <a:ext cx="8229600" cy="868680"/>
          </a:xfrm>
          <a:prstGeom prst="rect">
            <a:avLst/>
          </a:prstGeom>
          <a:noFill/>
          <a:ln/>
        </p:spPr>
        <p:txBody>
          <a:bodyPr wrap="square" lIns="0" tIns="0" rIns="0" bIns="0" rtlCol="0" anchor="ctr"/>
          <a:lstStyle/>
          <a:p>
            <a:pPr indent="0" marL="0">
              <a:lnSpc>
                <a:spcPts val="3000"/>
              </a:lnSpc>
              <a:buNone/>
            </a:pPr>
            <a:r>
              <a:rPr lang="en-US" sz="1800" dirty="0">
                <a:solidFill>
                  <a:srgbClr val="3B3634"/>
                </a:solidFill>
                <a:latin typeface="Yu Gothic" pitchFamily="34" charset="0"/>
                <a:ea typeface="Yu Gothic" pitchFamily="34" charset="-122"/>
                <a:cs typeface="Yu Gothic" pitchFamily="34" charset="-120"/>
              </a:rPr>
              <a:t>練習の一回一回に目的を持てるようになって、トレーニングが楽しくなりました。</a:t>
            </a:r>
            <a:endParaRPr lang="en-US" sz="1800" dirty="0"/>
          </a:p>
          <a:p>
            <a:pPr indent="0" marL="0">
              <a:lnSpc>
                <a:spcPts val="3000"/>
              </a:lnSpc>
              <a:buNone/>
            </a:pPr>
            <a:r>
              <a:rPr lang="en-US" sz="1800" dirty="0">
                <a:solidFill>
                  <a:srgbClr val="3B3634"/>
                </a:solidFill>
                <a:latin typeface="Yu Gothic" pitchFamily="34" charset="0"/>
                <a:ea typeface="Yu Gothic" pitchFamily="34" charset="-122"/>
                <a:cs typeface="Yu Gothic" pitchFamily="34" charset="-120"/>
              </a:rPr>
              <a:t>切羽詰まらなくなったぶん、周りの人にも優しくなれました。</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540E19"/>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F0B9C3"/>
                </a:solidFill>
                <a:latin typeface="Yu Gothic" pitchFamily="34" charset="0"/>
                <a:ea typeface="Yu Gothic" pitchFamily="34" charset="-122"/>
                <a:cs typeface="Yu Gothic" pitchFamily="34" charset="-120"/>
              </a:rPr>
              <a:t>PHASE 5　受講された方の変化</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8A6870"/>
                </a:solidFill>
                <a:latin typeface="Yu Gothic" pitchFamily="34" charset="0"/>
                <a:ea typeface="Yu Gothic" pitchFamily="34" charset="-122"/>
                <a:cs typeface="Yu Gothic" pitchFamily="34" charset="-120"/>
              </a:rPr>
              <a:t>24</a:t>
            </a:r>
            <a:endParaRPr lang="en-US" sz="1100" dirty="0"/>
          </a:p>
        </p:txBody>
      </p:sp>
      <p:sp>
        <p:nvSpPr>
          <p:cNvPr id="4" name="Text 2"/>
          <p:cNvSpPr txBox="1"/>
          <p:nvPr/>
        </p:nvSpPr>
        <p:spPr>
          <a:xfrm>
            <a:off x="457200" y="1051560"/>
            <a:ext cx="8229600" cy="1188720"/>
          </a:xfrm>
          <a:prstGeom prst="rect">
            <a:avLst/>
          </a:prstGeom>
          <a:noFill/>
          <a:ln/>
        </p:spPr>
        <p:txBody>
          <a:bodyPr wrap="square" lIns="0" tIns="0" rIns="0" bIns="0" rtlCol="0" anchor="t"/>
          <a:lstStyle/>
          <a:p>
            <a:pPr algn="l" indent="0" marL="0">
              <a:lnSpc>
                <a:spcPts val="4640"/>
              </a:lnSpc>
              <a:buNone/>
            </a:pPr>
            <a:r>
              <a:rPr lang="en-US" sz="3200" b="1" dirty="0">
                <a:solidFill>
                  <a:srgbClr val="FFFFFF"/>
                </a:solidFill>
                <a:latin typeface="Yu Mincho" pitchFamily="34" charset="0"/>
                <a:ea typeface="Yu Mincho" pitchFamily="34" charset="-122"/>
                <a:cs typeface="Yu Mincho" pitchFamily="34" charset="-120"/>
              </a:rPr>
              <a:t>一番変わったのは、</a:t>
            </a:r>
            <a:endParaRPr lang="en-US" sz="3200" dirty="0"/>
          </a:p>
          <a:p>
            <a:pPr algn="l" indent="0" marL="0">
              <a:lnSpc>
                <a:spcPts val="4640"/>
              </a:lnSpc>
              <a:buNone/>
            </a:pPr>
            <a:r>
              <a:rPr lang="en-US" sz="3200" b="1" dirty="0">
                <a:solidFill>
                  <a:srgbClr val="FFFFFF"/>
                </a:solidFill>
                <a:latin typeface="Yu Mincho" pitchFamily="34" charset="0"/>
                <a:ea typeface="Yu Mincho" pitchFamily="34" charset="-122"/>
                <a:cs typeface="Yu Mincho" pitchFamily="34" charset="-120"/>
              </a:rPr>
              <a:t>人のせいにしなくなったこと。</a:t>
            </a:r>
            <a:endParaRPr lang="en-US" sz="3200" dirty="0"/>
          </a:p>
        </p:txBody>
      </p:sp>
      <p:sp>
        <p:nvSpPr>
          <p:cNvPr id="5" name="Text 3"/>
          <p:cNvSpPr txBox="1"/>
          <p:nvPr/>
        </p:nvSpPr>
        <p:spPr>
          <a:xfrm>
            <a:off x="457200" y="2880360"/>
            <a:ext cx="8229600" cy="914400"/>
          </a:xfrm>
          <a:prstGeom prst="rect">
            <a:avLst/>
          </a:prstGeom>
          <a:noFill/>
          <a:ln/>
        </p:spPr>
        <p:txBody>
          <a:bodyPr wrap="square" lIns="0" tIns="0" rIns="0" bIns="0" rtlCol="0" anchor="ctr"/>
          <a:lstStyle/>
          <a:p>
            <a:pPr indent="0" marL="0">
              <a:lnSpc>
                <a:spcPts val="3200"/>
              </a:lnSpc>
              <a:buNone/>
            </a:pPr>
            <a:r>
              <a:rPr lang="en-US" sz="1900" dirty="0">
                <a:solidFill>
                  <a:srgbClr val="F2E7E9"/>
                </a:solidFill>
                <a:latin typeface="Yu Gothic" pitchFamily="34" charset="0"/>
                <a:ea typeface="Yu Gothic" pitchFamily="34" charset="-122"/>
                <a:cs typeface="Yu Gothic" pitchFamily="34" charset="-120"/>
              </a:rPr>
              <a:t>以前は、プログラムが悪い、コーチが悪い、環境が悪いと、</a:t>
            </a:r>
            <a:endParaRPr lang="en-US" sz="1900" dirty="0"/>
          </a:p>
          <a:p>
            <a:pPr indent="0" marL="0">
              <a:lnSpc>
                <a:spcPts val="3200"/>
              </a:lnSpc>
              <a:buNone/>
            </a:pPr>
            <a:r>
              <a:rPr lang="en-US" sz="1900" dirty="0">
                <a:solidFill>
                  <a:srgbClr val="F2E7E9"/>
                </a:solidFill>
                <a:latin typeface="Yu Gothic" pitchFamily="34" charset="0"/>
                <a:ea typeface="Yu Gothic" pitchFamily="34" charset="-122"/>
                <a:cs typeface="Yu Gothic" pitchFamily="34" charset="-120"/>
              </a:rPr>
              <a:t>何かに言い訳をつけていました。</a:t>
            </a:r>
            <a:endParaRPr lang="en-US" sz="1900" dirty="0"/>
          </a:p>
        </p:txBody>
      </p:sp>
      <p:sp>
        <p:nvSpPr>
          <p:cNvPr id="6" name="Text 4"/>
          <p:cNvSpPr txBox="1"/>
          <p:nvPr/>
        </p:nvSpPr>
        <p:spPr>
          <a:xfrm>
            <a:off x="457200" y="3931920"/>
            <a:ext cx="8229600" cy="457200"/>
          </a:xfrm>
          <a:prstGeom prst="rect">
            <a:avLst/>
          </a:prstGeom>
          <a:noFill/>
          <a:ln/>
        </p:spPr>
        <p:txBody>
          <a:bodyPr wrap="square" lIns="0" tIns="0" rIns="0" bIns="0" rtlCol="0" anchor="ctr"/>
          <a:lstStyle/>
          <a:p>
            <a:pPr indent="0" marL="0">
              <a:buNone/>
            </a:pPr>
            <a:r>
              <a:rPr lang="en-US" sz="1900" b="1" dirty="0">
                <a:solidFill>
                  <a:srgbClr val="F0B9C3"/>
                </a:solidFill>
                <a:latin typeface="Yu Gothic" pitchFamily="34" charset="0"/>
                <a:ea typeface="Yu Gothic" pitchFamily="34" charset="-122"/>
                <a:cs typeface="Yu Gothic" pitchFamily="34" charset="-120"/>
              </a:rPr>
              <a:t>振り返れば、自分の成長の機会を逃していただけでした。</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5　受講された方の変化</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25</a:t>
            </a:r>
            <a:endParaRPr lang="en-US" sz="1100" dirty="0"/>
          </a:p>
        </p:txBody>
      </p:sp>
      <p:sp>
        <p:nvSpPr>
          <p:cNvPr id="4" name="Text 2"/>
          <p:cNvSpPr txBox="1"/>
          <p:nvPr/>
        </p:nvSpPr>
        <p:spPr>
          <a:xfrm>
            <a:off x="457200" y="777240"/>
            <a:ext cx="8229600" cy="1188720"/>
          </a:xfrm>
          <a:prstGeom prst="rect">
            <a:avLst/>
          </a:prstGeom>
          <a:noFill/>
          <a:ln/>
        </p:spPr>
        <p:txBody>
          <a:bodyPr wrap="square" lIns="0" tIns="0" rIns="0" bIns="0" rtlCol="0" anchor="t"/>
          <a:lstStyle/>
          <a:p>
            <a:pPr algn="l" indent="0" marL="0">
              <a:lnSpc>
                <a:spcPts val="4205"/>
              </a:lnSpc>
              <a:buNone/>
            </a:pPr>
            <a:r>
              <a:rPr lang="en-US" sz="2900" b="1" dirty="0">
                <a:solidFill>
                  <a:srgbClr val="141416"/>
                </a:solidFill>
                <a:latin typeface="Yu Mincho" pitchFamily="34" charset="0"/>
                <a:ea typeface="Yu Mincho" pitchFamily="34" charset="-122"/>
                <a:cs typeface="Yu Mincho" pitchFamily="34" charset="-120"/>
              </a:rPr>
              <a:t>「2、3年前の自分に、受けさせたいです」</a:t>
            </a:r>
            <a:endParaRPr lang="en-US" sz="2900" dirty="0"/>
          </a:p>
        </p:txBody>
      </p:sp>
      <p:sp>
        <p:nvSpPr>
          <p:cNvPr id="5" name="Text 3"/>
          <p:cNvSpPr txBox="1"/>
          <p:nvPr/>
        </p:nvSpPr>
        <p:spPr>
          <a:xfrm>
            <a:off x="457200" y="1737360"/>
            <a:ext cx="8229600" cy="320040"/>
          </a:xfrm>
          <a:prstGeom prst="rect">
            <a:avLst/>
          </a:prstGeom>
          <a:noFill/>
          <a:ln/>
        </p:spPr>
        <p:txBody>
          <a:bodyPr wrap="square" lIns="0" tIns="0" rIns="0" bIns="0" rtlCol="0" anchor="ctr"/>
          <a:lstStyle/>
          <a:p>
            <a:pPr indent="0" marL="0">
              <a:buNone/>
            </a:pPr>
            <a:r>
              <a:rPr lang="en-US" sz="1300" b="1" spc="200" kern="0" dirty="0">
                <a:solidFill>
                  <a:srgbClr val="6B6360"/>
                </a:solidFill>
                <a:latin typeface="Yu Gothic" pitchFamily="34" charset="0"/>
                <a:ea typeface="Yu Gothic" pitchFamily="34" charset="-122"/>
                <a:cs typeface="Yu Gothic" pitchFamily="34" charset="-120"/>
              </a:rPr>
              <a:t>こんな人におすすめしたい</a:t>
            </a:r>
            <a:endParaRPr lang="en-US" sz="1300" dirty="0"/>
          </a:p>
        </p:txBody>
      </p:sp>
      <p:sp>
        <p:nvSpPr>
          <p:cNvPr id="6" name="Shape 4"/>
          <p:cNvSpPr/>
          <p:nvPr/>
        </p:nvSpPr>
        <p:spPr>
          <a:xfrm>
            <a:off x="457200" y="2148840"/>
            <a:ext cx="8229600" cy="594360"/>
          </a:xfrm>
          <a:prstGeom prst="roundRect">
            <a:avLst>
              <a:gd name="adj" fmla="val 9231"/>
            </a:avLst>
          </a:prstGeom>
          <a:solidFill>
            <a:srgbClr val="FAF3F4"/>
          </a:solidFill>
          <a:ln w="12700">
            <a:solidFill>
              <a:srgbClr val="FAF3F4"/>
            </a:solidFill>
            <a:prstDash val="solid"/>
          </a:ln>
        </p:spPr>
      </p:sp>
      <p:sp>
        <p:nvSpPr>
          <p:cNvPr id="7" name="Text 5"/>
          <p:cNvSpPr txBox="1"/>
          <p:nvPr/>
        </p:nvSpPr>
        <p:spPr>
          <a:xfrm>
            <a:off x="713232" y="2148840"/>
            <a:ext cx="7772400" cy="594360"/>
          </a:xfrm>
          <a:prstGeom prst="rect">
            <a:avLst/>
          </a:prstGeom>
          <a:noFill/>
          <a:ln/>
        </p:spPr>
        <p:txBody>
          <a:bodyPr wrap="square" lIns="0" tIns="0" rIns="0" bIns="0" rtlCol="0" anchor="ctr"/>
          <a:lstStyle/>
          <a:p>
            <a:pPr indent="0" marL="0">
              <a:buNone/>
            </a:pPr>
            <a:r>
              <a:rPr lang="en-US" sz="1800" dirty="0">
                <a:solidFill>
                  <a:srgbClr val="3B3634"/>
                </a:solidFill>
                <a:latin typeface="Yu Gothic" pitchFamily="34" charset="0"/>
                <a:ea typeface="Yu Gothic" pitchFamily="34" charset="-122"/>
                <a:cs typeface="Yu Gothic" pitchFamily="34" charset="-120"/>
              </a:rPr>
              <a:t>練習ではPRが出せているのに、試合では結果が出ない人</a:t>
            </a:r>
            <a:endParaRPr lang="en-US" sz="1800" dirty="0"/>
          </a:p>
        </p:txBody>
      </p:sp>
      <p:sp>
        <p:nvSpPr>
          <p:cNvPr id="8" name="Shape 6"/>
          <p:cNvSpPr/>
          <p:nvPr/>
        </p:nvSpPr>
        <p:spPr>
          <a:xfrm>
            <a:off x="457200" y="2834640"/>
            <a:ext cx="8229600" cy="594360"/>
          </a:xfrm>
          <a:prstGeom prst="roundRect">
            <a:avLst>
              <a:gd name="adj" fmla="val 9231"/>
            </a:avLst>
          </a:prstGeom>
          <a:solidFill>
            <a:srgbClr val="FAF3F4"/>
          </a:solidFill>
          <a:ln w="12700">
            <a:solidFill>
              <a:srgbClr val="FAF3F4"/>
            </a:solidFill>
            <a:prstDash val="solid"/>
          </a:ln>
        </p:spPr>
      </p:sp>
      <p:sp>
        <p:nvSpPr>
          <p:cNvPr id="9" name="Text 7"/>
          <p:cNvSpPr txBox="1"/>
          <p:nvPr/>
        </p:nvSpPr>
        <p:spPr>
          <a:xfrm>
            <a:off x="713232" y="2834640"/>
            <a:ext cx="7772400" cy="594360"/>
          </a:xfrm>
          <a:prstGeom prst="rect">
            <a:avLst/>
          </a:prstGeom>
          <a:noFill/>
          <a:ln/>
        </p:spPr>
        <p:txBody>
          <a:bodyPr wrap="square" lIns="0" tIns="0" rIns="0" bIns="0" rtlCol="0" anchor="ctr"/>
          <a:lstStyle/>
          <a:p>
            <a:pPr indent="0" marL="0">
              <a:buNone/>
            </a:pPr>
            <a:r>
              <a:rPr lang="en-US" sz="1800" dirty="0">
                <a:solidFill>
                  <a:srgbClr val="3B3634"/>
                </a:solidFill>
                <a:latin typeface="Yu Gothic" pitchFamily="34" charset="0"/>
                <a:ea typeface="Yu Gothic" pitchFamily="34" charset="-122"/>
                <a:cs typeface="Yu Gothic" pitchFamily="34" charset="-120"/>
              </a:rPr>
              <a:t>身体の強さは伴っているのに、メンタルが伴っていない人</a:t>
            </a:r>
            <a:endParaRPr lang="en-US" sz="1800" dirty="0"/>
          </a:p>
        </p:txBody>
      </p:sp>
      <p:sp>
        <p:nvSpPr>
          <p:cNvPr id="10" name="Text 8"/>
          <p:cNvSpPr txBox="1"/>
          <p:nvPr/>
        </p:nvSpPr>
        <p:spPr>
          <a:xfrm>
            <a:off x="457200" y="3611880"/>
            <a:ext cx="8229600" cy="914400"/>
          </a:xfrm>
          <a:prstGeom prst="rect">
            <a:avLst/>
          </a:prstGeom>
          <a:noFill/>
          <a:ln/>
        </p:spPr>
        <p:txBody>
          <a:bodyPr wrap="square" lIns="0" tIns="0" rIns="0" bIns="0" rtlCol="0" anchor="ctr"/>
          <a:lstStyle/>
          <a:p>
            <a:pPr indent="0" marL="0">
              <a:lnSpc>
                <a:spcPts val="2800"/>
              </a:lnSpc>
              <a:buNone/>
            </a:pPr>
            <a:r>
              <a:rPr lang="en-US" sz="1700" dirty="0">
                <a:solidFill>
                  <a:srgbClr val="3B3634"/>
                </a:solidFill>
                <a:latin typeface="Yu Gothic" pitchFamily="34" charset="0"/>
                <a:ea typeface="Yu Gothic" pitchFamily="34" charset="-122"/>
                <a:cs typeface="Yu Gothic" pitchFamily="34" charset="-120"/>
              </a:rPr>
              <a:t>「僕自身、2〜3年苦しみました。今振り返ると、体は良くなっていたのに、</a:t>
            </a:r>
            <a:endParaRPr lang="en-US" sz="1700" dirty="0"/>
          </a:p>
          <a:p>
            <a:pPr indent="0" marL="0">
              <a:lnSpc>
                <a:spcPts val="2800"/>
              </a:lnSpc>
              <a:buNone/>
            </a:pPr>
            <a:r>
              <a:rPr lang="en-US" sz="1700" dirty="0">
                <a:solidFill>
                  <a:srgbClr val="3B3634"/>
                </a:solidFill>
                <a:latin typeface="Yu Gothic" pitchFamily="34" charset="0"/>
                <a:ea typeface="Yu Gothic" pitchFamily="34" charset="-122"/>
                <a:cs typeface="Yu Gothic" pitchFamily="34" charset="-120"/>
              </a:rPr>
              <a:t>メンタルが伴っていなかったから伸びていなかったんだと思います。」</a:t>
            </a:r>
            <a:endParaRPr lang="en-US" sz="1700" dirty="0"/>
          </a:p>
        </p:txBody>
      </p:sp>
      <p:sp>
        <p:nvSpPr>
          <p:cNvPr id="11" name="Text 9"/>
          <p:cNvSpPr txBox="1"/>
          <p:nvPr/>
        </p:nvSpPr>
        <p:spPr>
          <a:xfrm>
            <a:off x="457200" y="4617720"/>
            <a:ext cx="8229600" cy="274320"/>
          </a:xfrm>
          <a:prstGeom prst="rect">
            <a:avLst/>
          </a:prstGeom>
          <a:noFill/>
          <a:ln/>
        </p:spPr>
        <p:txBody>
          <a:bodyPr wrap="square" lIns="0" tIns="0" rIns="0" bIns="0" rtlCol="0" anchor="ctr"/>
          <a:lstStyle/>
          <a:p>
            <a:pPr indent="0" marL="0">
              <a:buNone/>
            </a:pPr>
            <a:r>
              <a:rPr lang="en-US" sz="1100" dirty="0">
                <a:solidFill>
                  <a:srgbClr val="6B6360"/>
                </a:solidFill>
                <a:latin typeface="Yu Gothic" pitchFamily="34" charset="0"/>
                <a:ea typeface="Yu Gothic" pitchFamily="34" charset="-122"/>
                <a:cs typeface="Yu Gothic" pitchFamily="34" charset="-120"/>
              </a:rPr>
              <a:t>受講された方の体験であり、同じ結果を保証するものではありません。</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5　受講された方の変化</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26</a:t>
            </a:r>
            <a:endParaRPr lang="en-US" sz="1100" dirty="0"/>
          </a:p>
        </p:txBody>
      </p:sp>
      <p:sp>
        <p:nvSpPr>
          <p:cNvPr id="4" name="Text 2"/>
          <p:cNvSpPr txBox="1"/>
          <p:nvPr/>
        </p:nvSpPr>
        <p:spPr>
          <a:xfrm>
            <a:off x="457200" y="777240"/>
            <a:ext cx="8229600" cy="1188720"/>
          </a:xfrm>
          <a:prstGeom prst="rect">
            <a:avLst/>
          </a:prstGeom>
          <a:noFill/>
          <a:ln/>
        </p:spPr>
        <p:txBody>
          <a:bodyPr wrap="square" lIns="0" tIns="0" rIns="0" bIns="0" rtlCol="0" anchor="t"/>
          <a:lstStyle/>
          <a:p>
            <a:pPr algn="l" indent="0" marL="0">
              <a:lnSpc>
                <a:spcPts val="4350"/>
              </a:lnSpc>
              <a:buNone/>
            </a:pPr>
            <a:r>
              <a:rPr lang="en-US" sz="3000" b="1" dirty="0">
                <a:solidFill>
                  <a:srgbClr val="141416"/>
                </a:solidFill>
                <a:latin typeface="Yu Mincho" pitchFamily="34" charset="0"/>
                <a:ea typeface="Yu Mincho" pitchFamily="34" charset="-122"/>
                <a:cs typeface="Yu Mincho" pitchFamily="34" charset="-120"/>
              </a:rPr>
              <a:t>「もっと頑張らないと」から変わった方</a:t>
            </a:r>
            <a:endParaRPr lang="en-US" sz="3000" dirty="0"/>
          </a:p>
        </p:txBody>
      </p:sp>
      <p:sp>
        <p:nvSpPr>
          <p:cNvPr id="5" name="Shape 3"/>
          <p:cNvSpPr/>
          <p:nvPr/>
        </p:nvSpPr>
        <p:spPr>
          <a:xfrm>
            <a:off x="457200" y="1691640"/>
            <a:ext cx="3931920" cy="2148840"/>
          </a:xfrm>
          <a:prstGeom prst="roundRect">
            <a:avLst>
              <a:gd name="adj" fmla="val 3404"/>
            </a:avLst>
          </a:prstGeom>
          <a:solidFill>
            <a:srgbClr val="F5F1F0"/>
          </a:solidFill>
          <a:ln w="12700">
            <a:solidFill>
              <a:srgbClr val="E1D9D9"/>
            </a:solidFill>
            <a:prstDash val="solid"/>
          </a:ln>
        </p:spPr>
      </p:sp>
      <p:sp>
        <p:nvSpPr>
          <p:cNvPr id="6" name="Text 4"/>
          <p:cNvSpPr txBox="1"/>
          <p:nvPr/>
        </p:nvSpPr>
        <p:spPr>
          <a:xfrm>
            <a:off x="731520" y="1828800"/>
            <a:ext cx="3383280" cy="292608"/>
          </a:xfrm>
          <a:prstGeom prst="rect">
            <a:avLst/>
          </a:prstGeom>
          <a:noFill/>
          <a:ln/>
        </p:spPr>
        <p:txBody>
          <a:bodyPr wrap="square" lIns="0" tIns="0" rIns="0" bIns="0" rtlCol="0" anchor="ctr"/>
          <a:lstStyle/>
          <a:p>
            <a:pPr indent="0" marL="0">
              <a:buNone/>
            </a:pPr>
            <a:r>
              <a:rPr lang="en-US" sz="1200" b="1" spc="200" kern="0" dirty="0">
                <a:solidFill>
                  <a:srgbClr val="6B6360"/>
                </a:solidFill>
                <a:latin typeface="Yu Gothic" pitchFamily="34" charset="0"/>
                <a:ea typeface="Yu Gothic" pitchFamily="34" charset="-122"/>
                <a:cs typeface="Yu Gothic" pitchFamily="34" charset="-120"/>
              </a:rPr>
              <a:t>BEFORE</a:t>
            </a:r>
            <a:endParaRPr lang="en-US" sz="1200" dirty="0"/>
          </a:p>
        </p:txBody>
      </p:sp>
      <p:sp>
        <p:nvSpPr>
          <p:cNvPr id="7" name="Text 5"/>
          <p:cNvSpPr txBox="1"/>
          <p:nvPr/>
        </p:nvSpPr>
        <p:spPr>
          <a:xfrm>
            <a:off x="731520" y="2176272"/>
            <a:ext cx="3429000" cy="1554480"/>
          </a:xfrm>
          <a:prstGeom prst="rect">
            <a:avLst/>
          </a:prstGeom>
          <a:noFill/>
          <a:ln/>
        </p:spPr>
        <p:txBody>
          <a:bodyPr wrap="square" lIns="0" tIns="0" rIns="0" bIns="0" rtlCol="0" anchor="ctr"/>
          <a:lstStyle/>
          <a:p>
            <a:pPr indent="0" marL="0">
              <a:lnSpc>
                <a:spcPts val="2400"/>
              </a:lnSpc>
              <a:buNone/>
            </a:pPr>
            <a:r>
              <a:rPr lang="en-US" sz="1500" dirty="0">
                <a:solidFill>
                  <a:srgbClr val="3B3634"/>
                </a:solidFill>
                <a:latin typeface="Yu Gothic" pitchFamily="34" charset="0"/>
                <a:ea typeface="Yu Gothic" pitchFamily="34" charset="-122"/>
                <a:cs typeface="Yu Gothic" pitchFamily="34" charset="-120"/>
              </a:rPr>
              <a:t>「まだまだ」</a:t>
            </a:r>
            <a:endParaRPr lang="en-US" sz="1500" dirty="0"/>
          </a:p>
          <a:p>
            <a:pPr indent="0" marL="0">
              <a:lnSpc>
                <a:spcPts val="2400"/>
              </a:lnSpc>
              <a:buNone/>
            </a:pPr>
            <a:r>
              <a:rPr lang="en-US" sz="1500" dirty="0">
                <a:solidFill>
                  <a:srgbClr val="3B3634"/>
                </a:solidFill>
                <a:latin typeface="Yu Gothic" pitchFamily="34" charset="0"/>
                <a:ea typeface="Yu Gothic" pitchFamily="34" charset="-122"/>
                <a:cs typeface="Yu Gothic" pitchFamily="34" charset="-120"/>
              </a:rPr>
              <a:t>「苦労しないと手に入らない」</a:t>
            </a:r>
            <a:endParaRPr lang="en-US" sz="1500" dirty="0"/>
          </a:p>
          <a:p>
            <a:pPr indent="0" marL="0">
              <a:lnSpc>
                <a:spcPts val="2400"/>
              </a:lnSpc>
              <a:buNone/>
            </a:pPr>
            <a:r>
              <a:rPr lang="en-US" sz="1500" dirty="0">
                <a:solidFill>
                  <a:srgbClr val="3B3634"/>
                </a:solidFill>
                <a:latin typeface="Yu Gothic" pitchFamily="34" charset="0"/>
                <a:ea typeface="Yu Gothic" pitchFamily="34" charset="-122"/>
                <a:cs typeface="Yu Gothic" pitchFamily="34" charset="-120"/>
              </a:rPr>
              <a:t>「できてないからもっと頑張らないと」</a:t>
            </a:r>
            <a:endParaRPr lang="en-US" sz="1500" dirty="0"/>
          </a:p>
        </p:txBody>
      </p:sp>
      <p:sp>
        <p:nvSpPr>
          <p:cNvPr id="8" name="Shape 6"/>
          <p:cNvSpPr/>
          <p:nvPr/>
        </p:nvSpPr>
        <p:spPr>
          <a:xfrm>
            <a:off x="4754880" y="1691640"/>
            <a:ext cx="3931920" cy="2148840"/>
          </a:xfrm>
          <a:prstGeom prst="roundRect">
            <a:avLst>
              <a:gd name="adj" fmla="val 3404"/>
            </a:avLst>
          </a:prstGeom>
          <a:solidFill>
            <a:srgbClr val="540E19"/>
          </a:solidFill>
          <a:ln w="12700">
            <a:solidFill>
              <a:srgbClr val="540E19"/>
            </a:solidFill>
            <a:prstDash val="solid"/>
          </a:ln>
        </p:spPr>
      </p:sp>
      <p:sp>
        <p:nvSpPr>
          <p:cNvPr id="9" name="Text 7"/>
          <p:cNvSpPr txBox="1"/>
          <p:nvPr/>
        </p:nvSpPr>
        <p:spPr>
          <a:xfrm>
            <a:off x="5029200" y="1828800"/>
            <a:ext cx="3383280" cy="292608"/>
          </a:xfrm>
          <a:prstGeom prst="rect">
            <a:avLst/>
          </a:prstGeom>
          <a:noFill/>
          <a:ln/>
        </p:spPr>
        <p:txBody>
          <a:bodyPr wrap="square" lIns="0" tIns="0" rIns="0" bIns="0" rtlCol="0" anchor="ctr"/>
          <a:lstStyle/>
          <a:p>
            <a:pPr indent="0" marL="0">
              <a:buNone/>
            </a:pPr>
            <a:r>
              <a:rPr lang="en-US" sz="1200" b="1" spc="200" kern="0" dirty="0">
                <a:solidFill>
                  <a:srgbClr val="F0B9C3"/>
                </a:solidFill>
                <a:latin typeface="Yu Gothic" pitchFamily="34" charset="0"/>
                <a:ea typeface="Yu Gothic" pitchFamily="34" charset="-122"/>
                <a:cs typeface="Yu Gothic" pitchFamily="34" charset="-120"/>
              </a:rPr>
              <a:t>AFTER</a:t>
            </a:r>
            <a:endParaRPr lang="en-US" sz="1200" dirty="0"/>
          </a:p>
        </p:txBody>
      </p:sp>
      <p:sp>
        <p:nvSpPr>
          <p:cNvPr id="10" name="Text 8"/>
          <p:cNvSpPr txBox="1"/>
          <p:nvPr/>
        </p:nvSpPr>
        <p:spPr>
          <a:xfrm>
            <a:off x="5029200" y="2176272"/>
            <a:ext cx="3429000" cy="1554480"/>
          </a:xfrm>
          <a:prstGeom prst="rect">
            <a:avLst/>
          </a:prstGeom>
          <a:noFill/>
          <a:ln/>
        </p:spPr>
        <p:txBody>
          <a:bodyPr wrap="square" lIns="0" tIns="0" rIns="0" bIns="0" rtlCol="0" anchor="ctr"/>
          <a:lstStyle/>
          <a:p>
            <a:pPr indent="0" marL="0">
              <a:lnSpc>
                <a:spcPts val="2400"/>
              </a:lnSpc>
              <a:buNone/>
            </a:pPr>
            <a:r>
              <a:rPr lang="en-US" sz="1500" dirty="0">
                <a:solidFill>
                  <a:srgbClr val="FFFFFF"/>
                </a:solidFill>
                <a:latin typeface="Yu Gothic" pitchFamily="34" charset="0"/>
                <a:ea typeface="Yu Gothic" pitchFamily="34" charset="-122"/>
                <a:cs typeface="Yu Gothic" pitchFamily="34" charset="-120"/>
              </a:rPr>
              <a:t>頑張ることも、休むことも、</a:t>
            </a:r>
            <a:endParaRPr lang="en-US" sz="1500" dirty="0"/>
          </a:p>
          <a:p>
            <a:pPr indent="0" marL="0">
              <a:lnSpc>
                <a:spcPts val="2400"/>
              </a:lnSpc>
              <a:buNone/>
            </a:pPr>
            <a:r>
              <a:rPr lang="en-US" sz="1500" dirty="0">
                <a:solidFill>
                  <a:srgbClr val="FFFFFF"/>
                </a:solidFill>
                <a:latin typeface="Yu Gothic" pitchFamily="34" charset="0"/>
                <a:ea typeface="Yu Gothic" pitchFamily="34" charset="-122"/>
                <a:cs typeface="Yu Gothic" pitchFamily="34" charset="-120"/>
              </a:rPr>
              <a:t>自分で納得して</a:t>
            </a:r>
            <a:endParaRPr lang="en-US" sz="1500" dirty="0"/>
          </a:p>
          <a:p>
            <a:pPr indent="0" marL="0">
              <a:lnSpc>
                <a:spcPts val="2400"/>
              </a:lnSpc>
              <a:buNone/>
            </a:pPr>
            <a:r>
              <a:rPr lang="en-US" sz="1500" dirty="0">
                <a:solidFill>
                  <a:srgbClr val="FFFFFF"/>
                </a:solidFill>
                <a:latin typeface="Yu Gothic" pitchFamily="34" charset="0"/>
                <a:ea typeface="Yu Gothic" pitchFamily="34" charset="-122"/>
                <a:cs typeface="Yu Gothic" pitchFamily="34" charset="-120"/>
              </a:rPr>
              <a:t>選べるように。</a:t>
            </a:r>
            <a:endParaRPr lang="en-US" sz="1500" dirty="0"/>
          </a:p>
        </p:txBody>
      </p:sp>
      <p:sp>
        <p:nvSpPr>
          <p:cNvPr id="11" name="Text 9"/>
          <p:cNvSpPr txBox="1"/>
          <p:nvPr/>
        </p:nvSpPr>
        <p:spPr>
          <a:xfrm>
            <a:off x="457200" y="4041648"/>
            <a:ext cx="8229600" cy="640080"/>
          </a:xfrm>
          <a:prstGeom prst="rect">
            <a:avLst/>
          </a:prstGeom>
          <a:noFill/>
          <a:ln/>
        </p:spPr>
        <p:txBody>
          <a:bodyPr wrap="square" lIns="0" tIns="0" rIns="0" bIns="0" rtlCol="0" anchor="ctr"/>
          <a:lstStyle/>
          <a:p>
            <a:pPr indent="0" marL="0">
              <a:lnSpc>
                <a:spcPts val="2600"/>
              </a:lnSpc>
              <a:buNone/>
            </a:pPr>
            <a:r>
              <a:rPr lang="en-US" sz="1700" b="1" dirty="0">
                <a:solidFill>
                  <a:srgbClr val="7A1524"/>
                </a:solidFill>
                <a:latin typeface="Yu Gothic" pitchFamily="34" charset="0"/>
                <a:ea typeface="Yu Gothic" pitchFamily="34" charset="-122"/>
                <a:cs typeface="Yu Gothic" pitchFamily="34" charset="-120"/>
              </a:rPr>
              <a:t>「チャレンジすることが楽しく、失敗が怖くなくなった」</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5　受講された方の変化</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27</a:t>
            </a:r>
            <a:endParaRPr lang="en-US" sz="1100" dirty="0"/>
          </a:p>
        </p:txBody>
      </p:sp>
      <p:sp>
        <p:nvSpPr>
          <p:cNvPr id="4" name="Text 2"/>
          <p:cNvSpPr txBox="1"/>
          <p:nvPr/>
        </p:nvSpPr>
        <p:spPr>
          <a:xfrm>
            <a:off x="457200" y="777240"/>
            <a:ext cx="8229600" cy="1188720"/>
          </a:xfrm>
          <a:prstGeom prst="rect">
            <a:avLst/>
          </a:prstGeom>
          <a:noFill/>
          <a:ln/>
        </p:spPr>
        <p:txBody>
          <a:bodyPr wrap="square" lIns="0" tIns="0" rIns="0" bIns="0" rtlCol="0" anchor="t"/>
          <a:lstStyle/>
          <a:p>
            <a:pPr algn="l" indent="0" marL="0">
              <a:lnSpc>
                <a:spcPts val="4350"/>
              </a:lnSpc>
              <a:buNone/>
            </a:pPr>
            <a:r>
              <a:rPr lang="en-US" sz="3000" b="1" dirty="0">
                <a:solidFill>
                  <a:srgbClr val="141416"/>
                </a:solidFill>
                <a:latin typeface="Yu Mincho" pitchFamily="34" charset="0"/>
                <a:ea typeface="Yu Mincho" pitchFamily="34" charset="-122"/>
                <a:cs typeface="Yu Mincho" pitchFamily="34" charset="-120"/>
              </a:rPr>
              <a:t>「140kg挙げたい」から変わった方</a:t>
            </a:r>
            <a:endParaRPr lang="en-US" sz="3000" dirty="0"/>
          </a:p>
        </p:txBody>
      </p:sp>
      <p:sp>
        <p:nvSpPr>
          <p:cNvPr id="5" name="Shape 3"/>
          <p:cNvSpPr/>
          <p:nvPr/>
        </p:nvSpPr>
        <p:spPr>
          <a:xfrm>
            <a:off x="457200" y="1691640"/>
            <a:ext cx="3931920" cy="2148840"/>
          </a:xfrm>
          <a:prstGeom prst="roundRect">
            <a:avLst>
              <a:gd name="adj" fmla="val 3404"/>
            </a:avLst>
          </a:prstGeom>
          <a:solidFill>
            <a:srgbClr val="F5F1F0"/>
          </a:solidFill>
          <a:ln w="12700">
            <a:solidFill>
              <a:srgbClr val="E1D9D9"/>
            </a:solidFill>
            <a:prstDash val="solid"/>
          </a:ln>
        </p:spPr>
      </p:sp>
      <p:sp>
        <p:nvSpPr>
          <p:cNvPr id="6" name="Text 4"/>
          <p:cNvSpPr txBox="1"/>
          <p:nvPr/>
        </p:nvSpPr>
        <p:spPr>
          <a:xfrm>
            <a:off x="731520" y="1828800"/>
            <a:ext cx="3383280" cy="292608"/>
          </a:xfrm>
          <a:prstGeom prst="rect">
            <a:avLst/>
          </a:prstGeom>
          <a:noFill/>
          <a:ln/>
        </p:spPr>
        <p:txBody>
          <a:bodyPr wrap="square" lIns="0" tIns="0" rIns="0" bIns="0" rtlCol="0" anchor="ctr"/>
          <a:lstStyle/>
          <a:p>
            <a:pPr indent="0" marL="0">
              <a:buNone/>
            </a:pPr>
            <a:r>
              <a:rPr lang="en-US" sz="1200" b="1" spc="200" kern="0" dirty="0">
                <a:solidFill>
                  <a:srgbClr val="6B6360"/>
                </a:solidFill>
                <a:latin typeface="Yu Gothic" pitchFamily="34" charset="0"/>
                <a:ea typeface="Yu Gothic" pitchFamily="34" charset="-122"/>
                <a:cs typeface="Yu Gothic" pitchFamily="34" charset="-120"/>
              </a:rPr>
              <a:t>BEFORE</a:t>
            </a:r>
            <a:endParaRPr lang="en-US" sz="1200" dirty="0"/>
          </a:p>
        </p:txBody>
      </p:sp>
      <p:sp>
        <p:nvSpPr>
          <p:cNvPr id="7" name="Text 5"/>
          <p:cNvSpPr txBox="1"/>
          <p:nvPr/>
        </p:nvSpPr>
        <p:spPr>
          <a:xfrm>
            <a:off x="731520" y="2176272"/>
            <a:ext cx="3429000" cy="1554480"/>
          </a:xfrm>
          <a:prstGeom prst="rect">
            <a:avLst/>
          </a:prstGeom>
          <a:noFill/>
          <a:ln/>
        </p:spPr>
        <p:txBody>
          <a:bodyPr wrap="square" lIns="0" tIns="0" rIns="0" bIns="0" rtlCol="0" anchor="ctr"/>
          <a:lstStyle/>
          <a:p>
            <a:pPr indent="0" marL="0">
              <a:lnSpc>
                <a:spcPts val="2400"/>
              </a:lnSpc>
              <a:buNone/>
            </a:pPr>
            <a:r>
              <a:rPr lang="en-US" sz="1500" dirty="0">
                <a:solidFill>
                  <a:srgbClr val="3B3634"/>
                </a:solidFill>
                <a:latin typeface="Yu Gothic" pitchFamily="34" charset="0"/>
                <a:ea typeface="Yu Gothic" pitchFamily="34" charset="-122"/>
                <a:cs typeface="Yu Gothic" pitchFamily="34" charset="-120"/>
              </a:rPr>
              <a:t>「スクワット140kgを挙げたい」</a:t>
            </a:r>
            <a:endParaRPr lang="en-US" sz="1500" dirty="0"/>
          </a:p>
          <a:p>
            <a:pPr indent="0" marL="0">
              <a:lnSpc>
                <a:spcPts val="2400"/>
              </a:lnSpc>
              <a:buNone/>
            </a:pPr>
            <a:r>
              <a:rPr lang="en-US" sz="1500" dirty="0">
                <a:solidFill>
                  <a:srgbClr val="3B3634"/>
                </a:solidFill>
                <a:latin typeface="Yu Gothic" pitchFamily="34" charset="0"/>
                <a:ea typeface="Yu Gothic" pitchFamily="34" charset="-122"/>
                <a:cs typeface="Yu Gothic" pitchFamily="34" charset="-120"/>
              </a:rPr>
              <a:t>という結果を考えていた。</a:t>
            </a:r>
            <a:endParaRPr lang="en-US" sz="1500" dirty="0"/>
          </a:p>
        </p:txBody>
      </p:sp>
      <p:sp>
        <p:nvSpPr>
          <p:cNvPr id="8" name="Shape 6"/>
          <p:cNvSpPr/>
          <p:nvPr/>
        </p:nvSpPr>
        <p:spPr>
          <a:xfrm>
            <a:off x="4754880" y="1691640"/>
            <a:ext cx="3931920" cy="2148840"/>
          </a:xfrm>
          <a:prstGeom prst="roundRect">
            <a:avLst>
              <a:gd name="adj" fmla="val 3404"/>
            </a:avLst>
          </a:prstGeom>
          <a:solidFill>
            <a:srgbClr val="540E19"/>
          </a:solidFill>
          <a:ln w="12700">
            <a:solidFill>
              <a:srgbClr val="540E19"/>
            </a:solidFill>
            <a:prstDash val="solid"/>
          </a:ln>
        </p:spPr>
      </p:sp>
      <p:sp>
        <p:nvSpPr>
          <p:cNvPr id="9" name="Text 7"/>
          <p:cNvSpPr txBox="1"/>
          <p:nvPr/>
        </p:nvSpPr>
        <p:spPr>
          <a:xfrm>
            <a:off x="5029200" y="1828800"/>
            <a:ext cx="3383280" cy="292608"/>
          </a:xfrm>
          <a:prstGeom prst="rect">
            <a:avLst/>
          </a:prstGeom>
          <a:noFill/>
          <a:ln/>
        </p:spPr>
        <p:txBody>
          <a:bodyPr wrap="square" lIns="0" tIns="0" rIns="0" bIns="0" rtlCol="0" anchor="ctr"/>
          <a:lstStyle/>
          <a:p>
            <a:pPr indent="0" marL="0">
              <a:buNone/>
            </a:pPr>
            <a:r>
              <a:rPr lang="en-US" sz="1200" b="1" spc="200" kern="0" dirty="0">
                <a:solidFill>
                  <a:srgbClr val="F0B9C3"/>
                </a:solidFill>
                <a:latin typeface="Yu Gothic" pitchFamily="34" charset="0"/>
                <a:ea typeface="Yu Gothic" pitchFamily="34" charset="-122"/>
                <a:cs typeface="Yu Gothic" pitchFamily="34" charset="-120"/>
              </a:rPr>
              <a:t>AFTER</a:t>
            </a:r>
            <a:endParaRPr lang="en-US" sz="1200" dirty="0"/>
          </a:p>
        </p:txBody>
      </p:sp>
      <p:sp>
        <p:nvSpPr>
          <p:cNvPr id="10" name="Text 8"/>
          <p:cNvSpPr txBox="1"/>
          <p:nvPr/>
        </p:nvSpPr>
        <p:spPr>
          <a:xfrm>
            <a:off x="5029200" y="2176272"/>
            <a:ext cx="3429000" cy="1554480"/>
          </a:xfrm>
          <a:prstGeom prst="rect">
            <a:avLst/>
          </a:prstGeom>
          <a:noFill/>
          <a:ln/>
        </p:spPr>
        <p:txBody>
          <a:bodyPr wrap="square" lIns="0" tIns="0" rIns="0" bIns="0" rtlCol="0" anchor="ctr"/>
          <a:lstStyle/>
          <a:p>
            <a:pPr indent="0" marL="0">
              <a:lnSpc>
                <a:spcPts val="2400"/>
              </a:lnSpc>
              <a:buNone/>
            </a:pPr>
            <a:r>
              <a:rPr lang="en-US" sz="1500" dirty="0">
                <a:solidFill>
                  <a:srgbClr val="FFFFFF"/>
                </a:solidFill>
                <a:latin typeface="Yu Gothic" pitchFamily="34" charset="0"/>
                <a:ea typeface="Yu Gothic" pitchFamily="34" charset="-122"/>
                <a:cs typeface="Yu Gothic" pitchFamily="34" charset="-120"/>
              </a:rPr>
              <a:t>「そのために、何をやるべきか？」</a:t>
            </a:r>
            <a:endParaRPr lang="en-US" sz="1500" dirty="0"/>
          </a:p>
          <a:p>
            <a:pPr indent="0" marL="0">
              <a:lnSpc>
                <a:spcPts val="2400"/>
              </a:lnSpc>
              <a:buNone/>
            </a:pPr>
            <a:r>
              <a:rPr lang="en-US" sz="1500" dirty="0">
                <a:solidFill>
                  <a:srgbClr val="FFFFFF"/>
                </a:solidFill>
                <a:latin typeface="Yu Gothic" pitchFamily="34" charset="0"/>
                <a:ea typeface="Yu Gothic" pitchFamily="34" charset="-122"/>
                <a:cs typeface="Yu Gothic" pitchFamily="34" charset="-120"/>
              </a:rPr>
              <a:t>を考えられるように。</a:t>
            </a:r>
            <a:endParaRPr lang="en-US" sz="1500" dirty="0"/>
          </a:p>
          <a:p>
            <a:pPr indent="0" marL="0">
              <a:lnSpc>
                <a:spcPts val="2400"/>
              </a:lnSpc>
              <a:buNone/>
            </a:pPr>
            <a:r>
              <a:rPr lang="en-US" sz="1500" dirty="0">
                <a:solidFill>
                  <a:srgbClr val="FFFFFF"/>
                </a:solidFill>
                <a:latin typeface="Yu Gothic" pitchFamily="34" charset="0"/>
                <a:ea typeface="Yu Gothic" pitchFamily="34" charset="-122"/>
                <a:cs typeface="Yu Gothic" pitchFamily="34" charset="-120"/>
              </a:rPr>
              <a:t>「正しく立つ」「自分のタイプの動き」</a:t>
            </a:r>
            <a:endParaRPr lang="en-US" sz="1500" dirty="0"/>
          </a:p>
        </p:txBody>
      </p:sp>
      <p:sp>
        <p:nvSpPr>
          <p:cNvPr id="11" name="Text 9"/>
          <p:cNvSpPr txBox="1"/>
          <p:nvPr/>
        </p:nvSpPr>
        <p:spPr>
          <a:xfrm>
            <a:off x="457200" y="4041648"/>
            <a:ext cx="8229600" cy="640080"/>
          </a:xfrm>
          <a:prstGeom prst="rect">
            <a:avLst/>
          </a:prstGeom>
          <a:noFill/>
          <a:ln/>
        </p:spPr>
        <p:txBody>
          <a:bodyPr wrap="square" lIns="0" tIns="0" rIns="0" bIns="0" rtlCol="0" anchor="ctr"/>
          <a:lstStyle/>
          <a:p>
            <a:pPr indent="0" marL="0">
              <a:lnSpc>
                <a:spcPts val="2600"/>
              </a:lnSpc>
              <a:buNone/>
            </a:pPr>
            <a:r>
              <a:rPr lang="en-US" sz="1700" b="1" dirty="0">
                <a:solidFill>
                  <a:srgbClr val="7A1524"/>
                </a:solidFill>
                <a:latin typeface="Yu Gothic" pitchFamily="34" charset="0"/>
                <a:ea typeface="Yu Gothic" pitchFamily="34" charset="-122"/>
                <a:cs typeface="Yu Gothic" pitchFamily="34" charset="-120"/>
              </a:rPr>
              <a:t>学んだことを、行動に変えるようになりました。</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5　受講された方の変化</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28</a:t>
            </a:r>
            <a:endParaRPr lang="en-US" sz="1100" dirty="0"/>
          </a:p>
        </p:txBody>
      </p:sp>
      <p:sp>
        <p:nvSpPr>
          <p:cNvPr id="4" name="Text 2"/>
          <p:cNvSpPr txBox="1"/>
          <p:nvPr/>
        </p:nvSpPr>
        <p:spPr>
          <a:xfrm>
            <a:off x="457200" y="777240"/>
            <a:ext cx="8229600" cy="1188720"/>
          </a:xfrm>
          <a:prstGeom prst="rect">
            <a:avLst/>
          </a:prstGeom>
          <a:noFill/>
          <a:ln/>
        </p:spPr>
        <p:txBody>
          <a:bodyPr wrap="square" lIns="0" tIns="0" rIns="0" bIns="0" rtlCol="0" anchor="t"/>
          <a:lstStyle/>
          <a:p>
            <a:pPr algn="l" indent="0" marL="0">
              <a:lnSpc>
                <a:spcPts val="4350"/>
              </a:lnSpc>
              <a:buNone/>
            </a:pPr>
            <a:r>
              <a:rPr lang="en-US" sz="3000" b="1" dirty="0">
                <a:solidFill>
                  <a:srgbClr val="141416"/>
                </a:solidFill>
                <a:latin typeface="Yu Mincho" pitchFamily="34" charset="0"/>
                <a:ea typeface="Yu Mincho" pitchFamily="34" charset="-122"/>
                <a:cs typeface="Yu Mincho" pitchFamily="34" charset="-120"/>
              </a:rPr>
              <a:t>変えたいのは「気持ち」だけではない</a:t>
            </a:r>
            <a:endParaRPr lang="en-US" sz="3000" dirty="0"/>
          </a:p>
        </p:txBody>
      </p:sp>
      <p:sp>
        <p:nvSpPr>
          <p:cNvPr id="5" name="Shape 3"/>
          <p:cNvSpPr/>
          <p:nvPr/>
        </p:nvSpPr>
        <p:spPr>
          <a:xfrm>
            <a:off x="457200" y="1783080"/>
            <a:ext cx="7863840" cy="548640"/>
          </a:xfrm>
          <a:prstGeom prst="roundRect">
            <a:avLst>
              <a:gd name="adj" fmla="val 10000"/>
            </a:avLst>
          </a:prstGeom>
          <a:solidFill>
            <a:srgbClr val="FAF3F4"/>
          </a:solidFill>
          <a:ln w="12700">
            <a:solidFill>
              <a:srgbClr val="FAF3F4"/>
            </a:solidFill>
            <a:prstDash val="solid"/>
          </a:ln>
        </p:spPr>
      </p:sp>
      <p:sp>
        <p:nvSpPr>
          <p:cNvPr id="6" name="Text 4"/>
          <p:cNvSpPr txBox="1"/>
          <p:nvPr/>
        </p:nvSpPr>
        <p:spPr>
          <a:xfrm>
            <a:off x="822960" y="1783080"/>
            <a:ext cx="7406640" cy="548640"/>
          </a:xfrm>
          <a:prstGeom prst="rect">
            <a:avLst/>
          </a:prstGeom>
          <a:noFill/>
          <a:ln/>
        </p:spPr>
        <p:txBody>
          <a:bodyPr wrap="square" lIns="0" tIns="0" rIns="0" bIns="0" rtlCol="0" anchor="ctr"/>
          <a:lstStyle/>
          <a:p>
            <a:pPr indent="0" marL="0">
              <a:buNone/>
            </a:pPr>
            <a:r>
              <a:rPr lang="en-US" sz="1900" b="1" dirty="0">
                <a:solidFill>
                  <a:srgbClr val="7A1524"/>
                </a:solidFill>
                <a:latin typeface="Yu Gothic" pitchFamily="34" charset="0"/>
                <a:ea typeface="Yu Gothic" pitchFamily="34" charset="-122"/>
                <a:cs typeface="Yu Gothic" pitchFamily="34" charset="-120"/>
              </a:rPr>
              <a:t>考え方が変わる。</a:t>
            </a:r>
            <a:endParaRPr lang="en-US" sz="1900" dirty="0"/>
          </a:p>
        </p:txBody>
      </p:sp>
      <p:sp>
        <p:nvSpPr>
          <p:cNvPr id="7" name="Text 5"/>
          <p:cNvSpPr txBox="1"/>
          <p:nvPr/>
        </p:nvSpPr>
        <p:spPr>
          <a:xfrm>
            <a:off x="457200" y="2286000"/>
            <a:ext cx="457200" cy="182880"/>
          </a:xfrm>
          <a:prstGeom prst="rect">
            <a:avLst/>
          </a:prstGeom>
          <a:noFill/>
          <a:ln/>
        </p:spPr>
        <p:txBody>
          <a:bodyPr wrap="square" lIns="0" tIns="0" rIns="0" bIns="0" rtlCol="0" anchor="ctr"/>
          <a:lstStyle/>
          <a:p>
            <a:pPr algn="ctr" indent="0" marL="0">
              <a:buNone/>
            </a:pPr>
            <a:r>
              <a:rPr lang="en-US" sz="1200" dirty="0">
                <a:solidFill>
                  <a:srgbClr val="6B6360"/>
                </a:solidFill>
                <a:latin typeface="Yu Gothic" pitchFamily="34" charset="0"/>
                <a:ea typeface="Yu Gothic" pitchFamily="34" charset="-122"/>
                <a:cs typeface="Yu Gothic" pitchFamily="34" charset="-120"/>
              </a:rPr>
              <a:t>↓</a:t>
            </a:r>
            <a:endParaRPr lang="en-US" sz="1200" dirty="0"/>
          </a:p>
        </p:txBody>
      </p:sp>
      <p:sp>
        <p:nvSpPr>
          <p:cNvPr id="8" name="Shape 6"/>
          <p:cNvSpPr/>
          <p:nvPr/>
        </p:nvSpPr>
        <p:spPr>
          <a:xfrm>
            <a:off x="457200" y="2441448"/>
            <a:ext cx="7863840" cy="548640"/>
          </a:xfrm>
          <a:prstGeom prst="roundRect">
            <a:avLst>
              <a:gd name="adj" fmla="val 10000"/>
            </a:avLst>
          </a:prstGeom>
          <a:solidFill>
            <a:srgbClr val="FAF3F4"/>
          </a:solidFill>
          <a:ln w="12700">
            <a:solidFill>
              <a:srgbClr val="FAF3F4"/>
            </a:solidFill>
            <a:prstDash val="solid"/>
          </a:ln>
        </p:spPr>
      </p:sp>
      <p:sp>
        <p:nvSpPr>
          <p:cNvPr id="9" name="Text 7"/>
          <p:cNvSpPr txBox="1"/>
          <p:nvPr/>
        </p:nvSpPr>
        <p:spPr>
          <a:xfrm>
            <a:off x="822960" y="2441448"/>
            <a:ext cx="7406640" cy="548640"/>
          </a:xfrm>
          <a:prstGeom prst="rect">
            <a:avLst/>
          </a:prstGeom>
          <a:noFill/>
          <a:ln/>
        </p:spPr>
        <p:txBody>
          <a:bodyPr wrap="square" lIns="0" tIns="0" rIns="0" bIns="0" rtlCol="0" anchor="ctr"/>
          <a:lstStyle/>
          <a:p>
            <a:pPr indent="0" marL="0">
              <a:buNone/>
            </a:pPr>
            <a:r>
              <a:rPr lang="en-US" sz="1900" b="1" dirty="0">
                <a:solidFill>
                  <a:srgbClr val="7A1524"/>
                </a:solidFill>
                <a:latin typeface="Yu Gothic" pitchFamily="34" charset="0"/>
                <a:ea typeface="Yu Gothic" pitchFamily="34" charset="-122"/>
                <a:cs typeface="Yu Gothic" pitchFamily="34" charset="-120"/>
              </a:rPr>
              <a:t>選ぶ行動が変わる。</a:t>
            </a:r>
            <a:endParaRPr lang="en-US" sz="1900" dirty="0"/>
          </a:p>
        </p:txBody>
      </p:sp>
      <p:sp>
        <p:nvSpPr>
          <p:cNvPr id="10" name="Text 8"/>
          <p:cNvSpPr txBox="1"/>
          <p:nvPr/>
        </p:nvSpPr>
        <p:spPr>
          <a:xfrm>
            <a:off x="457200" y="2944368"/>
            <a:ext cx="457200" cy="182880"/>
          </a:xfrm>
          <a:prstGeom prst="rect">
            <a:avLst/>
          </a:prstGeom>
          <a:noFill/>
          <a:ln/>
        </p:spPr>
        <p:txBody>
          <a:bodyPr wrap="square" lIns="0" tIns="0" rIns="0" bIns="0" rtlCol="0" anchor="ctr"/>
          <a:lstStyle/>
          <a:p>
            <a:pPr algn="ctr" indent="0" marL="0">
              <a:buNone/>
            </a:pPr>
            <a:r>
              <a:rPr lang="en-US" sz="1200" dirty="0">
                <a:solidFill>
                  <a:srgbClr val="6B6360"/>
                </a:solidFill>
                <a:latin typeface="Yu Gothic" pitchFamily="34" charset="0"/>
                <a:ea typeface="Yu Gothic" pitchFamily="34" charset="-122"/>
                <a:cs typeface="Yu Gothic" pitchFamily="34" charset="-120"/>
              </a:rPr>
              <a:t>↓</a:t>
            </a:r>
            <a:endParaRPr lang="en-US" sz="1200" dirty="0"/>
          </a:p>
        </p:txBody>
      </p:sp>
      <p:sp>
        <p:nvSpPr>
          <p:cNvPr id="11" name="Shape 9"/>
          <p:cNvSpPr/>
          <p:nvPr/>
        </p:nvSpPr>
        <p:spPr>
          <a:xfrm>
            <a:off x="457200" y="3099816"/>
            <a:ext cx="7863840" cy="548640"/>
          </a:xfrm>
          <a:prstGeom prst="roundRect">
            <a:avLst>
              <a:gd name="adj" fmla="val 10000"/>
            </a:avLst>
          </a:prstGeom>
          <a:solidFill>
            <a:srgbClr val="FAF3F4"/>
          </a:solidFill>
          <a:ln w="12700">
            <a:solidFill>
              <a:srgbClr val="FAF3F4"/>
            </a:solidFill>
            <a:prstDash val="solid"/>
          </a:ln>
        </p:spPr>
      </p:sp>
      <p:sp>
        <p:nvSpPr>
          <p:cNvPr id="12" name="Text 10"/>
          <p:cNvSpPr txBox="1"/>
          <p:nvPr/>
        </p:nvSpPr>
        <p:spPr>
          <a:xfrm>
            <a:off x="822960" y="3099816"/>
            <a:ext cx="7406640" cy="548640"/>
          </a:xfrm>
          <a:prstGeom prst="rect">
            <a:avLst/>
          </a:prstGeom>
          <a:noFill/>
          <a:ln/>
        </p:spPr>
        <p:txBody>
          <a:bodyPr wrap="square" lIns="0" tIns="0" rIns="0" bIns="0" rtlCol="0" anchor="ctr"/>
          <a:lstStyle/>
          <a:p>
            <a:pPr indent="0" marL="0">
              <a:buNone/>
            </a:pPr>
            <a:r>
              <a:rPr lang="en-US" sz="1900" b="1" dirty="0">
                <a:solidFill>
                  <a:srgbClr val="7A1524"/>
                </a:solidFill>
                <a:latin typeface="Yu Gothic" pitchFamily="34" charset="0"/>
                <a:ea typeface="Yu Gothic" pitchFamily="34" charset="-122"/>
                <a:cs typeface="Yu Gothic" pitchFamily="34" charset="-120"/>
              </a:rPr>
              <a:t>積み重ねが変わる。</a:t>
            </a:r>
            <a:endParaRPr lang="en-US" sz="1900" dirty="0"/>
          </a:p>
        </p:txBody>
      </p:sp>
      <p:sp>
        <p:nvSpPr>
          <p:cNvPr id="13" name="Text 11"/>
          <p:cNvSpPr txBox="1"/>
          <p:nvPr/>
        </p:nvSpPr>
        <p:spPr>
          <a:xfrm>
            <a:off x="457200" y="3602736"/>
            <a:ext cx="457200" cy="182880"/>
          </a:xfrm>
          <a:prstGeom prst="rect">
            <a:avLst/>
          </a:prstGeom>
          <a:noFill/>
          <a:ln/>
        </p:spPr>
        <p:txBody>
          <a:bodyPr wrap="square" lIns="0" tIns="0" rIns="0" bIns="0" rtlCol="0" anchor="ctr"/>
          <a:lstStyle/>
          <a:p>
            <a:pPr algn="ctr" indent="0" marL="0">
              <a:buNone/>
            </a:pPr>
            <a:r>
              <a:rPr lang="en-US" sz="1200" dirty="0">
                <a:solidFill>
                  <a:srgbClr val="6B6360"/>
                </a:solidFill>
                <a:latin typeface="Yu Gothic" pitchFamily="34" charset="0"/>
                <a:ea typeface="Yu Gothic" pitchFamily="34" charset="-122"/>
                <a:cs typeface="Yu Gothic" pitchFamily="34" charset="-120"/>
              </a:rPr>
              <a:t>↓</a:t>
            </a:r>
            <a:endParaRPr lang="en-US" sz="1200" dirty="0"/>
          </a:p>
        </p:txBody>
      </p:sp>
      <p:sp>
        <p:nvSpPr>
          <p:cNvPr id="14" name="Shape 12"/>
          <p:cNvSpPr/>
          <p:nvPr/>
        </p:nvSpPr>
        <p:spPr>
          <a:xfrm>
            <a:off x="457200" y="3758184"/>
            <a:ext cx="7863840" cy="548640"/>
          </a:xfrm>
          <a:prstGeom prst="roundRect">
            <a:avLst>
              <a:gd name="adj" fmla="val 10000"/>
            </a:avLst>
          </a:prstGeom>
          <a:solidFill>
            <a:srgbClr val="540E19"/>
          </a:solidFill>
          <a:ln w="12700">
            <a:solidFill>
              <a:srgbClr val="540E19"/>
            </a:solidFill>
            <a:prstDash val="solid"/>
          </a:ln>
        </p:spPr>
      </p:sp>
      <p:sp>
        <p:nvSpPr>
          <p:cNvPr id="15" name="Text 13"/>
          <p:cNvSpPr txBox="1"/>
          <p:nvPr/>
        </p:nvSpPr>
        <p:spPr>
          <a:xfrm>
            <a:off x="822960" y="3758184"/>
            <a:ext cx="7406640" cy="548640"/>
          </a:xfrm>
          <a:prstGeom prst="rect">
            <a:avLst/>
          </a:prstGeom>
          <a:noFill/>
          <a:ln/>
        </p:spPr>
        <p:txBody>
          <a:bodyPr wrap="square" lIns="0" tIns="0" rIns="0" bIns="0" rtlCol="0" anchor="ctr"/>
          <a:lstStyle/>
          <a:p>
            <a:pPr indent="0" marL="0">
              <a:buNone/>
            </a:pPr>
            <a:r>
              <a:rPr lang="en-US" sz="1900" b="1" dirty="0">
                <a:solidFill>
                  <a:srgbClr val="FFFFFF"/>
                </a:solidFill>
                <a:latin typeface="Yu Gothic" pitchFamily="34" charset="0"/>
                <a:ea typeface="Yu Gothic" pitchFamily="34" charset="-122"/>
                <a:cs typeface="Yu Gothic" pitchFamily="34" charset="-120"/>
              </a:rPr>
              <a:t>自分への信頼が育つ。</a:t>
            </a:r>
            <a:endParaRPr lang="en-US" sz="1900" dirty="0"/>
          </a:p>
        </p:txBody>
      </p:sp>
      <p:sp>
        <p:nvSpPr>
          <p:cNvPr id="16" name="Text 14"/>
          <p:cNvSpPr txBox="1"/>
          <p:nvPr/>
        </p:nvSpPr>
        <p:spPr>
          <a:xfrm>
            <a:off x="457200" y="4480560"/>
            <a:ext cx="7863840" cy="457200"/>
          </a:xfrm>
          <a:prstGeom prst="rect">
            <a:avLst/>
          </a:prstGeom>
          <a:noFill/>
          <a:ln/>
        </p:spPr>
        <p:txBody>
          <a:bodyPr wrap="square" lIns="0" tIns="0" rIns="0" bIns="0" rtlCol="0" anchor="ctr"/>
          <a:lstStyle/>
          <a:p>
            <a:pPr indent="0" marL="0">
              <a:buNone/>
            </a:pPr>
            <a:r>
              <a:rPr lang="en-US" sz="1800" dirty="0">
                <a:solidFill>
                  <a:srgbClr val="3B3634"/>
                </a:solidFill>
                <a:latin typeface="Yu Gothic" pitchFamily="34" charset="0"/>
                <a:ea typeface="Yu Gothic" pitchFamily="34" charset="-122"/>
                <a:cs typeface="Yu Gothic" pitchFamily="34" charset="-120"/>
              </a:rPr>
              <a:t>メンタルトレーニングは、その積み重ねをつくるものです。</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6　あなたの場合を整理する</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29</a:t>
            </a:r>
            <a:endParaRPr lang="en-US" sz="1100" dirty="0"/>
          </a:p>
        </p:txBody>
      </p:sp>
      <p:sp>
        <p:nvSpPr>
          <p:cNvPr id="4" name="Text 2"/>
          <p:cNvSpPr txBox="1"/>
          <p:nvPr/>
        </p:nvSpPr>
        <p:spPr>
          <a:xfrm>
            <a:off x="457200" y="777240"/>
            <a:ext cx="8229600" cy="1188720"/>
          </a:xfrm>
          <a:prstGeom prst="rect">
            <a:avLst/>
          </a:prstGeom>
          <a:noFill/>
          <a:ln/>
        </p:spPr>
        <p:txBody>
          <a:bodyPr wrap="square" lIns="0" tIns="0" rIns="0" bIns="0" rtlCol="0" anchor="t"/>
          <a:lstStyle/>
          <a:p>
            <a:pPr algn="l" indent="0" marL="0">
              <a:lnSpc>
                <a:spcPts val="4350"/>
              </a:lnSpc>
              <a:buNone/>
            </a:pPr>
            <a:r>
              <a:rPr lang="en-US" sz="3000" b="1" dirty="0">
                <a:solidFill>
                  <a:srgbClr val="141416"/>
                </a:solidFill>
                <a:latin typeface="Yu Mincho" pitchFamily="34" charset="0"/>
                <a:ea typeface="Yu Mincho" pitchFamily="34" charset="-122"/>
                <a:cs typeface="Yu Mincho" pitchFamily="34" charset="-120"/>
              </a:rPr>
              <a:t>あなたの場合は、何を身につけたい？</a:t>
            </a:r>
            <a:endParaRPr lang="en-US" sz="3000" dirty="0"/>
          </a:p>
        </p:txBody>
      </p:sp>
      <p:sp>
        <p:nvSpPr>
          <p:cNvPr id="5" name="Text 3"/>
          <p:cNvSpPr txBox="1"/>
          <p:nvPr/>
        </p:nvSpPr>
        <p:spPr>
          <a:xfrm>
            <a:off x="457200" y="1737360"/>
            <a:ext cx="8229600" cy="411480"/>
          </a:xfrm>
          <a:prstGeom prst="rect">
            <a:avLst/>
          </a:prstGeom>
          <a:noFill/>
          <a:ln/>
        </p:spPr>
        <p:txBody>
          <a:bodyPr wrap="square" lIns="0" tIns="0" rIns="0" bIns="0" rtlCol="0" anchor="ctr"/>
          <a:lstStyle/>
          <a:p>
            <a:pPr indent="0" marL="0">
              <a:buNone/>
            </a:pPr>
            <a:r>
              <a:rPr lang="en-US" sz="1700" dirty="0">
                <a:solidFill>
                  <a:srgbClr val="3B3634"/>
                </a:solidFill>
                <a:latin typeface="Yu Gothic" pitchFamily="34" charset="0"/>
                <a:ea typeface="Yu Gothic" pitchFamily="34" charset="-122"/>
                <a:cs typeface="Yu Gothic" pitchFamily="34" charset="-120"/>
              </a:rPr>
              <a:t>次の試合までに「これができるようになりたい」と思ったものはありますか？</a:t>
            </a:r>
            <a:endParaRPr lang="en-US" sz="1700" dirty="0"/>
          </a:p>
        </p:txBody>
      </p:sp>
      <p:sp>
        <p:nvSpPr>
          <p:cNvPr id="6" name="Shape 4"/>
          <p:cNvSpPr/>
          <p:nvPr/>
        </p:nvSpPr>
        <p:spPr>
          <a:xfrm>
            <a:off x="457200" y="2377440"/>
            <a:ext cx="3931920" cy="621792"/>
          </a:xfrm>
          <a:prstGeom prst="roundRect">
            <a:avLst>
              <a:gd name="adj" fmla="val 10294"/>
            </a:avLst>
          </a:prstGeom>
          <a:solidFill>
            <a:srgbClr val="FAF3F4"/>
          </a:solidFill>
          <a:ln w="12700">
            <a:solidFill>
              <a:srgbClr val="FAF3F4"/>
            </a:solidFill>
            <a:prstDash val="solid"/>
          </a:ln>
        </p:spPr>
      </p:sp>
      <p:sp>
        <p:nvSpPr>
          <p:cNvPr id="7" name="Text 5"/>
          <p:cNvSpPr txBox="1"/>
          <p:nvPr/>
        </p:nvSpPr>
        <p:spPr>
          <a:xfrm>
            <a:off x="731520" y="2377440"/>
            <a:ext cx="3657600" cy="621792"/>
          </a:xfrm>
          <a:prstGeom prst="rect">
            <a:avLst/>
          </a:prstGeom>
          <a:noFill/>
          <a:ln/>
        </p:spPr>
        <p:txBody>
          <a:bodyPr wrap="square" lIns="0" tIns="0" rIns="0" bIns="0" rtlCol="0" anchor="ctr"/>
          <a:lstStyle/>
          <a:p>
            <a:pPr indent="0" marL="0">
              <a:buNone/>
            </a:pPr>
            <a:r>
              <a:rPr lang="en-US" sz="1800" b="1" dirty="0">
                <a:solidFill>
                  <a:srgbClr val="7A1524"/>
                </a:solidFill>
                <a:latin typeface="Yu Gothic" pitchFamily="34" charset="0"/>
                <a:ea typeface="Yu Gothic" pitchFamily="34" charset="-122"/>
                <a:cs typeface="Yu Gothic" pitchFamily="34" charset="-120"/>
              </a:rPr>
              <a:t>不安の整理</a:t>
            </a:r>
            <a:endParaRPr lang="en-US" sz="1800" dirty="0"/>
          </a:p>
        </p:txBody>
      </p:sp>
      <p:sp>
        <p:nvSpPr>
          <p:cNvPr id="8" name="Shape 6"/>
          <p:cNvSpPr/>
          <p:nvPr/>
        </p:nvSpPr>
        <p:spPr>
          <a:xfrm>
            <a:off x="4572000" y="2377440"/>
            <a:ext cx="3931920" cy="621792"/>
          </a:xfrm>
          <a:prstGeom prst="roundRect">
            <a:avLst>
              <a:gd name="adj" fmla="val 10294"/>
            </a:avLst>
          </a:prstGeom>
          <a:solidFill>
            <a:srgbClr val="FAF3F4"/>
          </a:solidFill>
          <a:ln w="12700">
            <a:solidFill>
              <a:srgbClr val="FAF3F4"/>
            </a:solidFill>
            <a:prstDash val="solid"/>
          </a:ln>
        </p:spPr>
      </p:sp>
      <p:sp>
        <p:nvSpPr>
          <p:cNvPr id="9" name="Text 7"/>
          <p:cNvSpPr txBox="1"/>
          <p:nvPr/>
        </p:nvSpPr>
        <p:spPr>
          <a:xfrm>
            <a:off x="4846320" y="2377440"/>
            <a:ext cx="3657600" cy="621792"/>
          </a:xfrm>
          <a:prstGeom prst="rect">
            <a:avLst/>
          </a:prstGeom>
          <a:noFill/>
          <a:ln/>
        </p:spPr>
        <p:txBody>
          <a:bodyPr wrap="square" lIns="0" tIns="0" rIns="0" bIns="0" rtlCol="0" anchor="ctr"/>
          <a:lstStyle/>
          <a:p>
            <a:pPr indent="0" marL="0">
              <a:buNone/>
            </a:pPr>
            <a:r>
              <a:rPr lang="en-US" sz="1800" b="1" dirty="0">
                <a:solidFill>
                  <a:srgbClr val="7A1524"/>
                </a:solidFill>
                <a:latin typeface="Yu Gothic" pitchFamily="34" charset="0"/>
                <a:ea typeface="Yu Gothic" pitchFamily="34" charset="-122"/>
                <a:cs typeface="Yu Gothic" pitchFamily="34" charset="-120"/>
              </a:rPr>
              <a:t>一本前のルーティン</a:t>
            </a:r>
            <a:endParaRPr lang="en-US" sz="1800" dirty="0"/>
          </a:p>
        </p:txBody>
      </p:sp>
      <p:sp>
        <p:nvSpPr>
          <p:cNvPr id="10" name="Shape 8"/>
          <p:cNvSpPr/>
          <p:nvPr/>
        </p:nvSpPr>
        <p:spPr>
          <a:xfrm>
            <a:off x="457200" y="3108960"/>
            <a:ext cx="3931920" cy="621792"/>
          </a:xfrm>
          <a:prstGeom prst="roundRect">
            <a:avLst>
              <a:gd name="adj" fmla="val 10294"/>
            </a:avLst>
          </a:prstGeom>
          <a:solidFill>
            <a:srgbClr val="FAF3F4"/>
          </a:solidFill>
          <a:ln w="12700">
            <a:solidFill>
              <a:srgbClr val="FAF3F4"/>
            </a:solidFill>
            <a:prstDash val="solid"/>
          </a:ln>
        </p:spPr>
      </p:sp>
      <p:sp>
        <p:nvSpPr>
          <p:cNvPr id="11" name="Text 9"/>
          <p:cNvSpPr txBox="1"/>
          <p:nvPr/>
        </p:nvSpPr>
        <p:spPr>
          <a:xfrm>
            <a:off x="731520" y="3108960"/>
            <a:ext cx="3657600" cy="621792"/>
          </a:xfrm>
          <a:prstGeom prst="rect">
            <a:avLst/>
          </a:prstGeom>
          <a:noFill/>
          <a:ln/>
        </p:spPr>
        <p:txBody>
          <a:bodyPr wrap="square" lIns="0" tIns="0" rIns="0" bIns="0" rtlCol="0" anchor="ctr"/>
          <a:lstStyle/>
          <a:p>
            <a:pPr indent="0" marL="0">
              <a:buNone/>
            </a:pPr>
            <a:r>
              <a:rPr lang="en-US" sz="1800" b="1" dirty="0">
                <a:solidFill>
                  <a:srgbClr val="7A1524"/>
                </a:solidFill>
                <a:latin typeface="Yu Gothic" pitchFamily="34" charset="0"/>
                <a:ea typeface="Yu Gothic" pitchFamily="34" charset="-122"/>
                <a:cs typeface="Yu Gothic" pitchFamily="34" charset="-120"/>
              </a:rPr>
              <a:t>失敗後の切り替え</a:t>
            </a:r>
            <a:endParaRPr lang="en-US" sz="1800" dirty="0"/>
          </a:p>
        </p:txBody>
      </p:sp>
      <p:sp>
        <p:nvSpPr>
          <p:cNvPr id="12" name="Shape 10"/>
          <p:cNvSpPr/>
          <p:nvPr/>
        </p:nvSpPr>
        <p:spPr>
          <a:xfrm>
            <a:off x="4572000" y="3108960"/>
            <a:ext cx="3931920" cy="621792"/>
          </a:xfrm>
          <a:prstGeom prst="roundRect">
            <a:avLst>
              <a:gd name="adj" fmla="val 10294"/>
            </a:avLst>
          </a:prstGeom>
          <a:solidFill>
            <a:srgbClr val="FAF3F4"/>
          </a:solidFill>
          <a:ln w="12700">
            <a:solidFill>
              <a:srgbClr val="FAF3F4"/>
            </a:solidFill>
            <a:prstDash val="solid"/>
          </a:ln>
        </p:spPr>
      </p:sp>
      <p:sp>
        <p:nvSpPr>
          <p:cNvPr id="13" name="Text 11"/>
          <p:cNvSpPr txBox="1"/>
          <p:nvPr/>
        </p:nvSpPr>
        <p:spPr>
          <a:xfrm>
            <a:off x="4846320" y="3108960"/>
            <a:ext cx="3657600" cy="621792"/>
          </a:xfrm>
          <a:prstGeom prst="rect">
            <a:avLst/>
          </a:prstGeom>
          <a:noFill/>
          <a:ln/>
        </p:spPr>
        <p:txBody>
          <a:bodyPr wrap="square" lIns="0" tIns="0" rIns="0" bIns="0" rtlCol="0" anchor="ctr"/>
          <a:lstStyle/>
          <a:p>
            <a:pPr indent="0" marL="0">
              <a:buNone/>
            </a:pPr>
            <a:r>
              <a:rPr lang="en-US" sz="1800" b="1" dirty="0">
                <a:solidFill>
                  <a:srgbClr val="7A1524"/>
                </a:solidFill>
                <a:latin typeface="Yu Gothic" pitchFamily="34" charset="0"/>
                <a:ea typeface="Yu Gothic" pitchFamily="34" charset="-122"/>
                <a:cs typeface="Yu Gothic" pitchFamily="34" charset="-120"/>
              </a:rPr>
              <a:t>比較への対処</a:t>
            </a:r>
            <a:endParaRPr lang="en-US" sz="1800" dirty="0"/>
          </a:p>
        </p:txBody>
      </p:sp>
      <p:sp>
        <p:nvSpPr>
          <p:cNvPr id="14" name="Shape 12"/>
          <p:cNvSpPr/>
          <p:nvPr/>
        </p:nvSpPr>
        <p:spPr>
          <a:xfrm>
            <a:off x="457200" y="3840480"/>
            <a:ext cx="3931920" cy="621792"/>
          </a:xfrm>
          <a:prstGeom prst="roundRect">
            <a:avLst>
              <a:gd name="adj" fmla="val 10294"/>
            </a:avLst>
          </a:prstGeom>
          <a:solidFill>
            <a:srgbClr val="FAF3F4"/>
          </a:solidFill>
          <a:ln w="12700">
            <a:solidFill>
              <a:srgbClr val="FAF3F4"/>
            </a:solidFill>
            <a:prstDash val="solid"/>
          </a:ln>
        </p:spPr>
      </p:sp>
      <p:sp>
        <p:nvSpPr>
          <p:cNvPr id="15" name="Text 13"/>
          <p:cNvSpPr txBox="1"/>
          <p:nvPr/>
        </p:nvSpPr>
        <p:spPr>
          <a:xfrm>
            <a:off x="731520" y="3840480"/>
            <a:ext cx="3657600" cy="621792"/>
          </a:xfrm>
          <a:prstGeom prst="rect">
            <a:avLst/>
          </a:prstGeom>
          <a:noFill/>
          <a:ln/>
        </p:spPr>
        <p:txBody>
          <a:bodyPr wrap="square" lIns="0" tIns="0" rIns="0" bIns="0" rtlCol="0" anchor="ctr"/>
          <a:lstStyle/>
          <a:p>
            <a:pPr indent="0" marL="0">
              <a:buNone/>
            </a:pPr>
            <a:r>
              <a:rPr lang="en-US" sz="1800" b="1" dirty="0">
                <a:solidFill>
                  <a:srgbClr val="7A1524"/>
                </a:solidFill>
                <a:latin typeface="Yu Gothic" pitchFamily="34" charset="0"/>
                <a:ea typeface="Yu Gothic" pitchFamily="34" charset="-122"/>
                <a:cs typeface="Yu Gothic" pitchFamily="34" charset="-120"/>
              </a:rPr>
              <a:t>休む／頑張るの判断</a:t>
            </a:r>
            <a:endParaRPr lang="en-US" sz="1800" dirty="0"/>
          </a:p>
        </p:txBody>
      </p:sp>
      <p:sp>
        <p:nvSpPr>
          <p:cNvPr id="16" name="Shape 14"/>
          <p:cNvSpPr/>
          <p:nvPr/>
        </p:nvSpPr>
        <p:spPr>
          <a:xfrm>
            <a:off x="4572000" y="3840480"/>
            <a:ext cx="3931920" cy="621792"/>
          </a:xfrm>
          <a:prstGeom prst="roundRect">
            <a:avLst>
              <a:gd name="adj" fmla="val 10294"/>
            </a:avLst>
          </a:prstGeom>
          <a:solidFill>
            <a:srgbClr val="FAF3F4"/>
          </a:solidFill>
          <a:ln w="12700">
            <a:solidFill>
              <a:srgbClr val="FAF3F4"/>
            </a:solidFill>
            <a:prstDash val="solid"/>
          </a:ln>
        </p:spPr>
      </p:sp>
      <p:sp>
        <p:nvSpPr>
          <p:cNvPr id="17" name="Text 15"/>
          <p:cNvSpPr txBox="1"/>
          <p:nvPr/>
        </p:nvSpPr>
        <p:spPr>
          <a:xfrm>
            <a:off x="4846320" y="3840480"/>
            <a:ext cx="3657600" cy="621792"/>
          </a:xfrm>
          <a:prstGeom prst="rect">
            <a:avLst/>
          </a:prstGeom>
          <a:noFill/>
          <a:ln/>
        </p:spPr>
        <p:txBody>
          <a:bodyPr wrap="square" lIns="0" tIns="0" rIns="0" bIns="0" rtlCol="0" anchor="ctr"/>
          <a:lstStyle/>
          <a:p>
            <a:pPr indent="0" marL="0">
              <a:buNone/>
            </a:pPr>
            <a:r>
              <a:rPr lang="en-US" sz="1800" b="1" dirty="0">
                <a:solidFill>
                  <a:srgbClr val="7A1524"/>
                </a:solidFill>
                <a:latin typeface="Yu Gothic" pitchFamily="34" charset="0"/>
                <a:ea typeface="Yu Gothic" pitchFamily="34" charset="-122"/>
                <a:cs typeface="Yu Gothic" pitchFamily="34" charset="-120"/>
              </a:rPr>
              <a:t>目標を行動に落とし込む</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6　あなたの場合を整理する</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30</a:t>
            </a:r>
            <a:endParaRPr lang="en-US" sz="1100" dirty="0"/>
          </a:p>
        </p:txBody>
      </p:sp>
      <p:sp>
        <p:nvSpPr>
          <p:cNvPr id="4" name="Text 2"/>
          <p:cNvSpPr txBox="1"/>
          <p:nvPr/>
        </p:nvSpPr>
        <p:spPr>
          <a:xfrm>
            <a:off x="457200" y="777240"/>
            <a:ext cx="8229600" cy="1188720"/>
          </a:xfrm>
          <a:prstGeom prst="rect">
            <a:avLst/>
          </a:prstGeom>
          <a:noFill/>
          <a:ln/>
        </p:spPr>
        <p:txBody>
          <a:bodyPr wrap="square" lIns="0" tIns="0" rIns="0" bIns="0" rtlCol="0" anchor="t"/>
          <a:lstStyle/>
          <a:p>
            <a:pPr algn="l" indent="0" marL="0">
              <a:lnSpc>
                <a:spcPts val="4350"/>
              </a:lnSpc>
              <a:buNone/>
            </a:pPr>
            <a:r>
              <a:rPr lang="en-US" sz="3000" b="1" dirty="0">
                <a:solidFill>
                  <a:srgbClr val="141416"/>
                </a:solidFill>
                <a:latin typeface="Yu Mincho" pitchFamily="34" charset="0"/>
                <a:ea typeface="Yu Mincho" pitchFamily="34" charset="-122"/>
                <a:cs typeface="Yu Mincho" pitchFamily="34" charset="-120"/>
              </a:rPr>
              <a:t>今日、持ち帰るものを1つ決めましょう</a:t>
            </a:r>
            <a:endParaRPr lang="en-US" sz="3000" dirty="0"/>
          </a:p>
        </p:txBody>
      </p:sp>
      <p:sp>
        <p:nvSpPr>
          <p:cNvPr id="5" name="Text 3"/>
          <p:cNvSpPr txBox="1"/>
          <p:nvPr/>
        </p:nvSpPr>
        <p:spPr>
          <a:xfrm>
            <a:off x="457200" y="1719072"/>
            <a:ext cx="8229600" cy="411480"/>
          </a:xfrm>
          <a:prstGeom prst="rect">
            <a:avLst/>
          </a:prstGeom>
          <a:noFill/>
          <a:ln/>
        </p:spPr>
        <p:txBody>
          <a:bodyPr wrap="square" lIns="0" tIns="0" rIns="0" bIns="0" rtlCol="0" anchor="ctr"/>
          <a:lstStyle/>
          <a:p>
            <a:pPr indent="0" marL="0">
              <a:buNone/>
            </a:pPr>
            <a:r>
              <a:rPr lang="en-US" sz="1700" dirty="0">
                <a:solidFill>
                  <a:srgbClr val="3B3634"/>
                </a:solidFill>
                <a:latin typeface="Yu Gothic" pitchFamily="34" charset="0"/>
                <a:ea typeface="Yu Gothic" pitchFamily="34" charset="-122"/>
                <a:cs typeface="Yu Gothic" pitchFamily="34" charset="-120"/>
              </a:rPr>
              <a:t>講座を受けても、受けなくても。次の試合まで、これはやってみてください。</a:t>
            </a:r>
            <a:endParaRPr lang="en-US" sz="1700" dirty="0"/>
          </a:p>
        </p:txBody>
      </p:sp>
      <p:sp>
        <p:nvSpPr>
          <p:cNvPr id="6" name="Shape 4"/>
          <p:cNvSpPr/>
          <p:nvPr/>
        </p:nvSpPr>
        <p:spPr>
          <a:xfrm>
            <a:off x="457200" y="2286000"/>
            <a:ext cx="3931920" cy="1463040"/>
          </a:xfrm>
          <a:prstGeom prst="roundRect">
            <a:avLst>
              <a:gd name="adj" fmla="val 5000"/>
            </a:avLst>
          </a:prstGeom>
          <a:solidFill>
            <a:srgbClr val="7A1524"/>
          </a:solidFill>
          <a:ln w="12700">
            <a:solidFill>
              <a:srgbClr val="7A1524"/>
            </a:solidFill>
            <a:prstDash val="solid"/>
          </a:ln>
        </p:spPr>
      </p:sp>
      <p:sp>
        <p:nvSpPr>
          <p:cNvPr id="7" name="Text 5"/>
          <p:cNvSpPr txBox="1"/>
          <p:nvPr/>
        </p:nvSpPr>
        <p:spPr>
          <a:xfrm>
            <a:off x="457200" y="2487168"/>
            <a:ext cx="3931920" cy="457200"/>
          </a:xfrm>
          <a:prstGeom prst="rect">
            <a:avLst/>
          </a:prstGeom>
          <a:noFill/>
          <a:ln/>
        </p:spPr>
        <p:txBody>
          <a:bodyPr wrap="square" lIns="0" tIns="0" rIns="0" bIns="0" rtlCol="0" anchor="ctr"/>
          <a:lstStyle/>
          <a:p>
            <a:pPr algn="ctr" indent="0" marL="0">
              <a:buNone/>
            </a:pPr>
            <a:r>
              <a:rPr lang="en-US" sz="2100" b="1" dirty="0">
                <a:solidFill>
                  <a:srgbClr val="FFFFFF"/>
                </a:solidFill>
                <a:latin typeface="Yu Gothic" pitchFamily="34" charset="0"/>
                <a:ea typeface="Yu Gothic" pitchFamily="34" charset="-122"/>
                <a:cs typeface="Yu Gothic" pitchFamily="34" charset="-120"/>
              </a:rPr>
              <a:t>やること　1つ</a:t>
            </a:r>
            <a:endParaRPr lang="en-US" sz="2100" dirty="0"/>
          </a:p>
        </p:txBody>
      </p:sp>
      <p:sp>
        <p:nvSpPr>
          <p:cNvPr id="8" name="Text 6"/>
          <p:cNvSpPr txBox="1"/>
          <p:nvPr/>
        </p:nvSpPr>
        <p:spPr>
          <a:xfrm>
            <a:off x="640080" y="3017520"/>
            <a:ext cx="3566160" cy="548640"/>
          </a:xfrm>
          <a:prstGeom prst="rect">
            <a:avLst/>
          </a:prstGeom>
          <a:noFill/>
          <a:ln/>
        </p:spPr>
        <p:txBody>
          <a:bodyPr wrap="square" lIns="0" tIns="0" rIns="0" bIns="0" rtlCol="0" anchor="ctr"/>
          <a:lstStyle/>
          <a:p>
            <a:pPr algn="ctr" indent="0" marL="0">
              <a:buNone/>
            </a:pPr>
            <a:r>
              <a:rPr lang="en-US" sz="1500" dirty="0">
                <a:solidFill>
                  <a:srgbClr val="F2C9D0"/>
                </a:solidFill>
                <a:latin typeface="Yu Gothic" pitchFamily="34" charset="0"/>
                <a:ea typeface="Yu Gothic" pitchFamily="34" charset="-122"/>
                <a:cs typeface="Yu Gothic" pitchFamily="34" charset="-120"/>
              </a:rPr>
              <a:t>例）3本目の前に、呼吸を3回</a:t>
            </a:r>
            <a:endParaRPr lang="en-US" sz="1500" dirty="0"/>
          </a:p>
        </p:txBody>
      </p:sp>
      <p:sp>
        <p:nvSpPr>
          <p:cNvPr id="9" name="Shape 7"/>
          <p:cNvSpPr/>
          <p:nvPr/>
        </p:nvSpPr>
        <p:spPr>
          <a:xfrm>
            <a:off x="4754880" y="2286000"/>
            <a:ext cx="3931920" cy="1463040"/>
          </a:xfrm>
          <a:prstGeom prst="roundRect">
            <a:avLst>
              <a:gd name="adj" fmla="val 5000"/>
            </a:avLst>
          </a:prstGeom>
          <a:solidFill>
            <a:srgbClr val="F5F1F0"/>
          </a:solidFill>
          <a:ln w="12700">
            <a:solidFill>
              <a:srgbClr val="E1D9D9"/>
            </a:solidFill>
            <a:prstDash val="solid"/>
          </a:ln>
        </p:spPr>
      </p:sp>
      <p:sp>
        <p:nvSpPr>
          <p:cNvPr id="10" name="Text 8"/>
          <p:cNvSpPr txBox="1"/>
          <p:nvPr/>
        </p:nvSpPr>
        <p:spPr>
          <a:xfrm>
            <a:off x="4754880" y="2487168"/>
            <a:ext cx="3931920" cy="457200"/>
          </a:xfrm>
          <a:prstGeom prst="rect">
            <a:avLst/>
          </a:prstGeom>
          <a:noFill/>
          <a:ln/>
        </p:spPr>
        <p:txBody>
          <a:bodyPr wrap="square" lIns="0" tIns="0" rIns="0" bIns="0" rtlCol="0" anchor="ctr"/>
          <a:lstStyle/>
          <a:p>
            <a:pPr algn="ctr" indent="0" marL="0">
              <a:buNone/>
            </a:pPr>
            <a:r>
              <a:rPr lang="en-US" sz="2100" b="1" dirty="0">
                <a:solidFill>
                  <a:srgbClr val="3B3634"/>
                </a:solidFill>
                <a:latin typeface="Yu Gothic" pitchFamily="34" charset="0"/>
                <a:ea typeface="Yu Gothic" pitchFamily="34" charset="-122"/>
                <a:cs typeface="Yu Gothic" pitchFamily="34" charset="-120"/>
              </a:rPr>
              <a:t>やらないこと　1つ</a:t>
            </a:r>
            <a:endParaRPr lang="en-US" sz="2100" dirty="0"/>
          </a:p>
        </p:txBody>
      </p:sp>
      <p:sp>
        <p:nvSpPr>
          <p:cNvPr id="11" name="Text 9"/>
          <p:cNvSpPr txBox="1"/>
          <p:nvPr/>
        </p:nvSpPr>
        <p:spPr>
          <a:xfrm>
            <a:off x="4892040" y="3017520"/>
            <a:ext cx="3657600" cy="548640"/>
          </a:xfrm>
          <a:prstGeom prst="rect">
            <a:avLst/>
          </a:prstGeom>
          <a:noFill/>
          <a:ln/>
        </p:spPr>
        <p:txBody>
          <a:bodyPr wrap="square" lIns="0" tIns="0" rIns="0" bIns="0" rtlCol="0" anchor="ctr"/>
          <a:lstStyle/>
          <a:p>
            <a:pPr algn="ctr" indent="0" marL="0">
              <a:buNone/>
            </a:pPr>
            <a:r>
              <a:rPr lang="en-US" sz="1500" dirty="0">
                <a:solidFill>
                  <a:srgbClr val="6B6360"/>
                </a:solidFill>
                <a:latin typeface="Yu Gothic" pitchFamily="34" charset="0"/>
                <a:ea typeface="Yu Gothic" pitchFamily="34" charset="-122"/>
                <a:cs typeface="Yu Gothic" pitchFamily="34" charset="-120"/>
              </a:rPr>
              <a:t>例）他の選手の重量を見にいかない</a:t>
            </a:r>
            <a:endParaRPr lang="en-US" sz="1500" dirty="0"/>
          </a:p>
        </p:txBody>
      </p:sp>
      <p:sp>
        <p:nvSpPr>
          <p:cNvPr id="12" name="Text 10"/>
          <p:cNvSpPr txBox="1"/>
          <p:nvPr/>
        </p:nvSpPr>
        <p:spPr>
          <a:xfrm>
            <a:off x="457200" y="4069080"/>
            <a:ext cx="8229600" cy="457200"/>
          </a:xfrm>
          <a:prstGeom prst="rect">
            <a:avLst/>
          </a:prstGeom>
          <a:noFill/>
          <a:ln/>
        </p:spPr>
        <p:txBody>
          <a:bodyPr wrap="square" lIns="0" tIns="0" rIns="0" bIns="0" rtlCol="0" anchor="ctr"/>
          <a:lstStyle/>
          <a:p>
            <a:pPr indent="0" marL="0">
              <a:buNone/>
            </a:pPr>
            <a:r>
              <a:rPr lang="en-US" sz="1800" b="1" dirty="0">
                <a:solidFill>
                  <a:srgbClr val="7A1524"/>
                </a:solidFill>
                <a:latin typeface="Yu Gothic" pitchFamily="34" charset="0"/>
                <a:ea typeface="Yu Gothic" pitchFamily="34" charset="-122"/>
                <a:cs typeface="Yu Gothic" pitchFamily="34" charset="-120"/>
              </a:rPr>
              <a:t>小さく1つで十分です。続けられることが、一番大事です。</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540E19"/>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F0B9C3"/>
                </a:solidFill>
                <a:latin typeface="Yu Gothic" pitchFamily="34" charset="0"/>
                <a:ea typeface="Yu Gothic" pitchFamily="34" charset="-122"/>
                <a:cs typeface="Yu Gothic" pitchFamily="34" charset="-120"/>
              </a:rPr>
              <a:t>PHASE 7　講座のご案内</a:t>
            </a:r>
            <a:endParaRPr lang="en-US" sz="1200" dirty="0"/>
          </a:p>
        </p:txBody>
      </p:sp>
      <p:sp>
        <p:nvSpPr>
          <p:cNvPr id="3" name="Text 1"/>
          <p:cNvSpPr txBox="1"/>
          <p:nvPr/>
        </p:nvSpPr>
        <p:spPr>
          <a:xfrm>
            <a:off x="457200" y="4576572"/>
            <a:ext cx="548640" cy="274320"/>
          </a:xfrm>
          <a:prstGeom prst="rect">
            <a:avLst/>
          </a:prstGeom>
          <a:noFill/>
          <a:ln/>
        </p:spPr>
        <p:txBody>
          <a:bodyPr wrap="square" lIns="0" tIns="0" rIns="0" bIns="0" rtlCol="0" anchor="ctr"/>
          <a:lstStyle/>
          <a:p>
            <a:pPr algn="l" indent="0" marL="0">
              <a:buNone/>
            </a:pPr>
            <a:r>
              <a:rPr lang="en-US" sz="1100" dirty="0">
                <a:solidFill>
                  <a:srgbClr val="8A6870"/>
                </a:solidFill>
                <a:latin typeface="Yu Gothic" pitchFamily="34" charset="0"/>
                <a:ea typeface="Yu Gothic" pitchFamily="34" charset="-122"/>
                <a:cs typeface="Yu Gothic" pitchFamily="34" charset="-120"/>
              </a:rPr>
              <a:t>31</a:t>
            </a:r>
            <a:endParaRPr lang="en-US" sz="1100" dirty="0"/>
          </a:p>
        </p:txBody>
      </p:sp>
      <p:pic>
        <p:nvPicPr>
          <p:cNvPr id="4" name="Image 0" descr="../lp/images/hero.jpg">    </p:cNvPr>
          <p:cNvPicPr>
            <a:picLocks noChangeAspect="1"/>
          </p:cNvPicPr>
          <p:nvPr/>
        </p:nvPicPr>
        <p:blipFill>
          <a:blip r:embed="rId1"/>
          <a:srcRect l="0" r="0" t="0" b="0"/>
          <a:stretch/>
        </p:blipFill>
        <p:spPr>
          <a:xfrm>
            <a:off x="4572000" y="0"/>
            <a:ext cx="4572000" cy="5143500"/>
          </a:xfrm>
          <a:prstGeom prst="rect">
            <a:avLst/>
          </a:prstGeom>
        </p:spPr>
      </p:pic>
      <p:sp>
        <p:nvSpPr>
          <p:cNvPr id="5" name="Shape 2"/>
          <p:cNvSpPr/>
          <p:nvPr/>
        </p:nvSpPr>
        <p:spPr>
          <a:xfrm>
            <a:off x="0" y="0"/>
            <a:ext cx="5669280" cy="5143500"/>
          </a:xfrm>
          <a:prstGeom prst="rect">
            <a:avLst/>
          </a:prstGeom>
          <a:solidFill>
            <a:srgbClr val="540E19"/>
          </a:solidFill>
          <a:ln w="12700">
            <a:solidFill>
              <a:srgbClr val="540E19"/>
            </a:solidFill>
            <a:prstDash val="solid"/>
          </a:ln>
        </p:spPr>
      </p:sp>
      <p:sp>
        <p:nvSpPr>
          <p:cNvPr id="6" name="Text 3"/>
          <p:cNvSpPr txBox="1"/>
          <p:nvPr/>
        </p:nvSpPr>
        <p:spPr>
          <a:xfrm>
            <a:off x="457200" y="4576572"/>
            <a:ext cx="548640" cy="274320"/>
          </a:xfrm>
          <a:prstGeom prst="rect">
            <a:avLst/>
          </a:prstGeom>
          <a:noFill/>
          <a:ln/>
        </p:spPr>
        <p:txBody>
          <a:bodyPr wrap="square" lIns="0" tIns="0" rIns="0" bIns="0" rtlCol="0" anchor="ctr"/>
          <a:lstStyle/>
          <a:p>
            <a:pPr indent="0" marL="0">
              <a:buNone/>
            </a:pPr>
            <a:r>
              <a:rPr lang="en-US" sz="1100" dirty="0">
                <a:solidFill>
                  <a:srgbClr val="8A6870"/>
                </a:solidFill>
                <a:latin typeface="Yu Gothic" pitchFamily="34" charset="0"/>
                <a:ea typeface="Yu Gothic" pitchFamily="34" charset="-122"/>
                <a:cs typeface="Yu Gothic" pitchFamily="34" charset="-120"/>
              </a:rPr>
              <a:t>31</a:t>
            </a:r>
            <a:endParaRPr lang="en-US" sz="1100" dirty="0"/>
          </a:p>
        </p:txBody>
      </p:sp>
      <p:sp>
        <p:nvSpPr>
          <p:cNvPr id="7" name="Text 4"/>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F0B9C3"/>
                </a:solidFill>
                <a:latin typeface="Yu Gothic" pitchFamily="34" charset="0"/>
                <a:ea typeface="Yu Gothic" pitchFamily="34" charset="-122"/>
                <a:cs typeface="Yu Gothic" pitchFamily="34" charset="-120"/>
              </a:rPr>
              <a:t>PHASE 7　講座のご案内</a:t>
            </a:r>
            <a:endParaRPr lang="en-US" sz="1200" dirty="0"/>
          </a:p>
        </p:txBody>
      </p:sp>
      <p:sp>
        <p:nvSpPr>
          <p:cNvPr id="8" name="Text 5"/>
          <p:cNvSpPr txBox="1"/>
          <p:nvPr/>
        </p:nvSpPr>
        <p:spPr>
          <a:xfrm>
            <a:off x="457200" y="1051560"/>
            <a:ext cx="4846320" cy="1554480"/>
          </a:xfrm>
          <a:prstGeom prst="rect">
            <a:avLst/>
          </a:prstGeom>
          <a:noFill/>
          <a:ln/>
        </p:spPr>
        <p:txBody>
          <a:bodyPr wrap="square" lIns="0" tIns="0" rIns="0" bIns="0" rtlCol="0" anchor="ctr"/>
          <a:lstStyle/>
          <a:p>
            <a:pPr indent="0" marL="0">
              <a:lnSpc>
                <a:spcPts val="4600"/>
              </a:lnSpc>
              <a:buNone/>
            </a:pPr>
            <a:r>
              <a:rPr lang="en-US" sz="3000" b="1" dirty="0">
                <a:solidFill>
                  <a:srgbClr val="FFFFFF"/>
                </a:solidFill>
                <a:latin typeface="Yu Mincho" pitchFamily="34" charset="0"/>
                <a:ea typeface="Yu Mincho" pitchFamily="34" charset="-122"/>
                <a:cs typeface="Yu Mincho" pitchFamily="34" charset="-120"/>
              </a:rPr>
              <a:t>パワーリフターのための</a:t>
            </a:r>
            <a:endParaRPr lang="en-US" sz="3000" dirty="0"/>
          </a:p>
          <a:p>
            <a:pPr indent="0" marL="0">
              <a:lnSpc>
                <a:spcPts val="4600"/>
              </a:lnSpc>
              <a:buNone/>
            </a:pPr>
            <a:r>
              <a:rPr lang="en-US" sz="3000" b="1" dirty="0">
                <a:solidFill>
                  <a:srgbClr val="FFFFFF"/>
                </a:solidFill>
                <a:latin typeface="Yu Mincho" pitchFamily="34" charset="0"/>
                <a:ea typeface="Yu Mincho" pitchFamily="34" charset="-122"/>
                <a:cs typeface="Yu Mincho" pitchFamily="34" charset="-120"/>
              </a:rPr>
              <a:t>実践メンタルトレーニング</a:t>
            </a:r>
            <a:endParaRPr lang="en-US" sz="3000" dirty="0"/>
          </a:p>
        </p:txBody>
      </p:sp>
      <p:sp>
        <p:nvSpPr>
          <p:cNvPr id="9" name="Text 6"/>
          <p:cNvSpPr txBox="1"/>
          <p:nvPr/>
        </p:nvSpPr>
        <p:spPr>
          <a:xfrm>
            <a:off x="457200" y="2788920"/>
            <a:ext cx="4846320" cy="411480"/>
          </a:xfrm>
          <a:prstGeom prst="rect">
            <a:avLst/>
          </a:prstGeom>
          <a:noFill/>
          <a:ln/>
        </p:spPr>
        <p:txBody>
          <a:bodyPr wrap="square" lIns="0" tIns="0" rIns="0" bIns="0" rtlCol="0" anchor="ctr"/>
          <a:lstStyle/>
          <a:p>
            <a:pPr indent="0" marL="0">
              <a:buNone/>
            </a:pPr>
            <a:r>
              <a:rPr lang="en-US" sz="1700" dirty="0">
                <a:solidFill>
                  <a:srgbClr val="F0B9C3"/>
                </a:solidFill>
                <a:latin typeface="Yu Gothic" pitchFamily="34" charset="0"/>
                <a:ea typeface="Yu Gothic" pitchFamily="34" charset="-122"/>
                <a:cs typeface="Yu Gothic" pitchFamily="34" charset="-120"/>
              </a:rPr>
              <a:t>絶対に取りたい記録、勝ちたい試合がある選手へ。</a:t>
            </a:r>
            <a:endParaRPr lang="en-US" sz="1700" dirty="0"/>
          </a:p>
        </p:txBody>
      </p:sp>
      <p:sp>
        <p:nvSpPr>
          <p:cNvPr id="10" name="Text 7"/>
          <p:cNvSpPr txBox="1"/>
          <p:nvPr/>
        </p:nvSpPr>
        <p:spPr>
          <a:xfrm>
            <a:off x="457200" y="3383280"/>
            <a:ext cx="4846320" cy="1005840"/>
          </a:xfrm>
          <a:prstGeom prst="rect">
            <a:avLst/>
          </a:prstGeom>
          <a:noFill/>
          <a:ln/>
        </p:spPr>
        <p:txBody>
          <a:bodyPr wrap="square" lIns="0" tIns="0" rIns="0" bIns="0" rtlCol="0" anchor="ctr"/>
          <a:lstStyle/>
          <a:p>
            <a:pPr indent="0" marL="0">
              <a:lnSpc>
                <a:spcPts val="3000"/>
              </a:lnSpc>
              <a:buNone/>
            </a:pPr>
            <a:r>
              <a:rPr lang="en-US" sz="1800" dirty="0">
                <a:solidFill>
                  <a:srgbClr val="F2E7E9"/>
                </a:solidFill>
                <a:latin typeface="Yu Gothic" pitchFamily="34" charset="0"/>
                <a:ea typeface="Yu Gothic" pitchFamily="34" charset="-122"/>
                <a:cs typeface="Yu Gothic" pitchFamily="34" charset="-120"/>
              </a:rPr>
              <a:t>ここぞの一本を、取り切る。</a:t>
            </a:r>
            <a:endParaRPr lang="en-US" sz="1800" dirty="0"/>
          </a:p>
          <a:p>
            <a:pPr indent="0" marL="0">
              <a:lnSpc>
                <a:spcPts val="3000"/>
              </a:lnSpc>
              <a:buNone/>
            </a:pPr>
            <a:r>
              <a:rPr lang="en-US" sz="1800" dirty="0">
                <a:solidFill>
                  <a:srgbClr val="F2E7E9"/>
                </a:solidFill>
                <a:latin typeface="Yu Gothic" pitchFamily="34" charset="0"/>
                <a:ea typeface="Yu Gothic" pitchFamily="34" charset="-122"/>
                <a:cs typeface="Yu Gothic" pitchFamily="34" charset="-120"/>
              </a:rPr>
              <a:t>怖くても、迷っても、自分を戻せる選手になる。</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7　講座のご案内</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32</a:t>
            </a:r>
            <a:endParaRPr lang="en-US" sz="1100" dirty="0"/>
          </a:p>
        </p:txBody>
      </p:sp>
      <p:sp>
        <p:nvSpPr>
          <p:cNvPr id="4" name="Text 2"/>
          <p:cNvSpPr txBox="1"/>
          <p:nvPr/>
        </p:nvSpPr>
        <p:spPr>
          <a:xfrm>
            <a:off x="457200" y="777240"/>
            <a:ext cx="8229600" cy="1188720"/>
          </a:xfrm>
          <a:prstGeom prst="rect">
            <a:avLst/>
          </a:prstGeom>
          <a:noFill/>
          <a:ln/>
        </p:spPr>
        <p:txBody>
          <a:bodyPr wrap="square" lIns="0" tIns="0" rIns="0" bIns="0" rtlCol="0" anchor="t"/>
          <a:lstStyle/>
          <a:p>
            <a:pPr algn="l" indent="0" marL="0">
              <a:lnSpc>
                <a:spcPts val="4350"/>
              </a:lnSpc>
              <a:buNone/>
            </a:pPr>
            <a:r>
              <a:rPr lang="en-US" sz="3000" b="1" dirty="0">
                <a:solidFill>
                  <a:srgbClr val="141416"/>
                </a:solidFill>
                <a:latin typeface="Yu Mincho" pitchFamily="34" charset="0"/>
                <a:ea typeface="Yu Mincho" pitchFamily="34" charset="-122"/>
                <a:cs typeface="Yu Mincho" pitchFamily="34" charset="-120"/>
              </a:rPr>
              <a:t>1対1で、自分の試合に落とし込む</a:t>
            </a:r>
            <a:endParaRPr lang="en-US" sz="3000" dirty="0"/>
          </a:p>
        </p:txBody>
      </p:sp>
      <p:sp>
        <p:nvSpPr>
          <p:cNvPr id="5" name="Shape 3"/>
          <p:cNvSpPr/>
          <p:nvPr/>
        </p:nvSpPr>
        <p:spPr>
          <a:xfrm>
            <a:off x="457200" y="1737360"/>
            <a:ext cx="7863840" cy="493776"/>
          </a:xfrm>
          <a:prstGeom prst="roundRect">
            <a:avLst>
              <a:gd name="adj" fmla="val 11111"/>
            </a:avLst>
          </a:prstGeom>
          <a:solidFill>
            <a:srgbClr val="FAF3F4"/>
          </a:solidFill>
          <a:ln w="12700">
            <a:solidFill>
              <a:srgbClr val="FAF3F4"/>
            </a:solidFill>
            <a:prstDash val="solid"/>
          </a:ln>
        </p:spPr>
      </p:sp>
      <p:sp>
        <p:nvSpPr>
          <p:cNvPr id="6" name="Text 4"/>
          <p:cNvSpPr txBox="1"/>
          <p:nvPr/>
        </p:nvSpPr>
        <p:spPr>
          <a:xfrm>
            <a:off x="777240" y="1737360"/>
            <a:ext cx="1371600" cy="493776"/>
          </a:xfrm>
          <a:prstGeom prst="rect">
            <a:avLst/>
          </a:prstGeom>
          <a:noFill/>
          <a:ln/>
        </p:spPr>
        <p:txBody>
          <a:bodyPr wrap="square" lIns="0" tIns="0" rIns="0" bIns="0" rtlCol="0" anchor="ctr"/>
          <a:lstStyle/>
          <a:p>
            <a:pPr indent="0" marL="0">
              <a:buNone/>
            </a:pPr>
            <a:r>
              <a:rPr lang="en-US" sz="1600" b="1" dirty="0">
                <a:solidFill>
                  <a:srgbClr val="7A1524"/>
                </a:solidFill>
                <a:latin typeface="Yu Gothic" pitchFamily="34" charset="0"/>
                <a:ea typeface="Yu Gothic" pitchFamily="34" charset="-122"/>
                <a:cs typeface="Yu Gothic" pitchFamily="34" charset="-120"/>
              </a:rPr>
              <a:t>期間</a:t>
            </a:r>
            <a:endParaRPr lang="en-US" sz="1600" dirty="0"/>
          </a:p>
        </p:txBody>
      </p:sp>
      <p:sp>
        <p:nvSpPr>
          <p:cNvPr id="7" name="Text 5"/>
          <p:cNvSpPr txBox="1"/>
          <p:nvPr/>
        </p:nvSpPr>
        <p:spPr>
          <a:xfrm>
            <a:off x="2194560" y="1737360"/>
            <a:ext cx="5943600" cy="493776"/>
          </a:xfrm>
          <a:prstGeom prst="rect">
            <a:avLst/>
          </a:prstGeom>
          <a:noFill/>
          <a:ln/>
        </p:spPr>
        <p:txBody>
          <a:bodyPr wrap="square" lIns="0" tIns="0" rIns="0" bIns="0" rtlCol="0" anchor="ctr"/>
          <a:lstStyle/>
          <a:p>
            <a:pPr indent="0" marL="0">
              <a:buNone/>
            </a:pPr>
            <a:r>
              <a:rPr lang="en-US" sz="1600" dirty="0">
                <a:solidFill>
                  <a:srgbClr val="3B3634"/>
                </a:solidFill>
                <a:latin typeface="Yu Gothic" pitchFamily="34" charset="0"/>
                <a:ea typeface="Yu Gothic" pitchFamily="34" charset="-122"/>
                <a:cs typeface="Yu Gothic" pitchFamily="34" charset="-120"/>
              </a:rPr>
              <a:t>3か月</a:t>
            </a:r>
            <a:endParaRPr lang="en-US" sz="1600" dirty="0"/>
          </a:p>
        </p:txBody>
      </p:sp>
      <p:sp>
        <p:nvSpPr>
          <p:cNvPr id="8" name="Shape 6"/>
          <p:cNvSpPr/>
          <p:nvPr/>
        </p:nvSpPr>
        <p:spPr>
          <a:xfrm>
            <a:off x="457200" y="2304288"/>
            <a:ext cx="7863840" cy="493776"/>
          </a:xfrm>
          <a:prstGeom prst="roundRect">
            <a:avLst>
              <a:gd name="adj" fmla="val 11111"/>
            </a:avLst>
          </a:prstGeom>
          <a:solidFill>
            <a:srgbClr val="FAF3F4"/>
          </a:solidFill>
          <a:ln w="12700">
            <a:solidFill>
              <a:srgbClr val="FAF3F4"/>
            </a:solidFill>
            <a:prstDash val="solid"/>
          </a:ln>
        </p:spPr>
      </p:sp>
      <p:sp>
        <p:nvSpPr>
          <p:cNvPr id="9" name="Text 7"/>
          <p:cNvSpPr txBox="1"/>
          <p:nvPr/>
        </p:nvSpPr>
        <p:spPr>
          <a:xfrm>
            <a:off x="777240" y="2304288"/>
            <a:ext cx="1371600" cy="493776"/>
          </a:xfrm>
          <a:prstGeom prst="rect">
            <a:avLst/>
          </a:prstGeom>
          <a:noFill/>
          <a:ln/>
        </p:spPr>
        <p:txBody>
          <a:bodyPr wrap="square" lIns="0" tIns="0" rIns="0" bIns="0" rtlCol="0" anchor="ctr"/>
          <a:lstStyle/>
          <a:p>
            <a:pPr indent="0" marL="0">
              <a:buNone/>
            </a:pPr>
            <a:r>
              <a:rPr lang="en-US" sz="1600" b="1" dirty="0">
                <a:solidFill>
                  <a:srgbClr val="7A1524"/>
                </a:solidFill>
                <a:latin typeface="Yu Gothic" pitchFamily="34" charset="0"/>
                <a:ea typeface="Yu Gothic" pitchFamily="34" charset="-122"/>
                <a:cs typeface="Yu Gothic" pitchFamily="34" charset="-120"/>
              </a:rPr>
              <a:t>回数</a:t>
            </a:r>
            <a:endParaRPr lang="en-US" sz="1600" dirty="0"/>
          </a:p>
        </p:txBody>
      </p:sp>
      <p:sp>
        <p:nvSpPr>
          <p:cNvPr id="10" name="Text 8"/>
          <p:cNvSpPr txBox="1"/>
          <p:nvPr/>
        </p:nvSpPr>
        <p:spPr>
          <a:xfrm>
            <a:off x="2194560" y="2304288"/>
            <a:ext cx="5943600" cy="493776"/>
          </a:xfrm>
          <a:prstGeom prst="rect">
            <a:avLst/>
          </a:prstGeom>
          <a:noFill/>
          <a:ln/>
        </p:spPr>
        <p:txBody>
          <a:bodyPr wrap="square" lIns="0" tIns="0" rIns="0" bIns="0" rtlCol="0" anchor="ctr"/>
          <a:lstStyle/>
          <a:p>
            <a:pPr indent="0" marL="0">
              <a:buNone/>
            </a:pPr>
            <a:r>
              <a:rPr lang="en-US" sz="1600" dirty="0">
                <a:solidFill>
                  <a:srgbClr val="3B3634"/>
                </a:solidFill>
                <a:latin typeface="Yu Gothic" pitchFamily="34" charset="0"/>
                <a:ea typeface="Yu Gothic" pitchFamily="34" charset="-122"/>
                <a:cs typeface="Yu Gothic" pitchFamily="34" charset="-120"/>
              </a:rPr>
              <a:t>個別セッション 最大10回（7〜10回程度）</a:t>
            </a:r>
            <a:endParaRPr lang="en-US" sz="1600" dirty="0"/>
          </a:p>
        </p:txBody>
      </p:sp>
      <p:sp>
        <p:nvSpPr>
          <p:cNvPr id="11" name="Shape 9"/>
          <p:cNvSpPr/>
          <p:nvPr/>
        </p:nvSpPr>
        <p:spPr>
          <a:xfrm>
            <a:off x="457200" y="2871216"/>
            <a:ext cx="7863840" cy="493776"/>
          </a:xfrm>
          <a:prstGeom prst="roundRect">
            <a:avLst>
              <a:gd name="adj" fmla="val 11111"/>
            </a:avLst>
          </a:prstGeom>
          <a:solidFill>
            <a:srgbClr val="FAF3F4"/>
          </a:solidFill>
          <a:ln w="12700">
            <a:solidFill>
              <a:srgbClr val="FAF3F4"/>
            </a:solidFill>
            <a:prstDash val="solid"/>
          </a:ln>
        </p:spPr>
      </p:sp>
      <p:sp>
        <p:nvSpPr>
          <p:cNvPr id="12" name="Text 10"/>
          <p:cNvSpPr txBox="1"/>
          <p:nvPr/>
        </p:nvSpPr>
        <p:spPr>
          <a:xfrm>
            <a:off x="777240" y="2871216"/>
            <a:ext cx="1371600" cy="493776"/>
          </a:xfrm>
          <a:prstGeom prst="rect">
            <a:avLst/>
          </a:prstGeom>
          <a:noFill/>
          <a:ln/>
        </p:spPr>
        <p:txBody>
          <a:bodyPr wrap="square" lIns="0" tIns="0" rIns="0" bIns="0" rtlCol="0" anchor="ctr"/>
          <a:lstStyle/>
          <a:p>
            <a:pPr indent="0" marL="0">
              <a:buNone/>
            </a:pPr>
            <a:r>
              <a:rPr lang="en-US" sz="1600" b="1" dirty="0">
                <a:solidFill>
                  <a:srgbClr val="7A1524"/>
                </a:solidFill>
                <a:latin typeface="Yu Gothic" pitchFamily="34" charset="0"/>
                <a:ea typeface="Yu Gothic" pitchFamily="34" charset="-122"/>
                <a:cs typeface="Yu Gothic" pitchFamily="34" charset="-120"/>
              </a:rPr>
              <a:t>1回</a:t>
            </a:r>
            <a:endParaRPr lang="en-US" sz="1600" dirty="0"/>
          </a:p>
        </p:txBody>
      </p:sp>
      <p:sp>
        <p:nvSpPr>
          <p:cNvPr id="13" name="Text 11"/>
          <p:cNvSpPr txBox="1"/>
          <p:nvPr/>
        </p:nvSpPr>
        <p:spPr>
          <a:xfrm>
            <a:off x="2194560" y="2871216"/>
            <a:ext cx="5943600" cy="493776"/>
          </a:xfrm>
          <a:prstGeom prst="rect">
            <a:avLst/>
          </a:prstGeom>
          <a:noFill/>
          <a:ln/>
        </p:spPr>
        <p:txBody>
          <a:bodyPr wrap="square" lIns="0" tIns="0" rIns="0" bIns="0" rtlCol="0" anchor="ctr"/>
          <a:lstStyle/>
          <a:p>
            <a:pPr indent="0" marL="0">
              <a:buNone/>
            </a:pPr>
            <a:r>
              <a:rPr lang="en-US" sz="1600" dirty="0">
                <a:solidFill>
                  <a:srgbClr val="3B3634"/>
                </a:solidFill>
                <a:latin typeface="Yu Gothic" pitchFamily="34" charset="0"/>
                <a:ea typeface="Yu Gothic" pitchFamily="34" charset="-122"/>
                <a:cs typeface="Yu Gothic" pitchFamily="34" charset="-120"/>
              </a:rPr>
              <a:t>60分（講義・ワーク30分＋個別コーチング30分）</a:t>
            </a:r>
            <a:endParaRPr lang="en-US" sz="1600" dirty="0"/>
          </a:p>
        </p:txBody>
      </p:sp>
      <p:sp>
        <p:nvSpPr>
          <p:cNvPr id="14" name="Shape 12"/>
          <p:cNvSpPr/>
          <p:nvPr/>
        </p:nvSpPr>
        <p:spPr>
          <a:xfrm>
            <a:off x="457200" y="3438144"/>
            <a:ext cx="7863840" cy="493776"/>
          </a:xfrm>
          <a:prstGeom prst="roundRect">
            <a:avLst>
              <a:gd name="adj" fmla="val 11111"/>
            </a:avLst>
          </a:prstGeom>
          <a:solidFill>
            <a:srgbClr val="FAF3F4"/>
          </a:solidFill>
          <a:ln w="12700">
            <a:solidFill>
              <a:srgbClr val="FAF3F4"/>
            </a:solidFill>
            <a:prstDash val="solid"/>
          </a:ln>
        </p:spPr>
      </p:sp>
      <p:sp>
        <p:nvSpPr>
          <p:cNvPr id="15" name="Text 13"/>
          <p:cNvSpPr txBox="1"/>
          <p:nvPr/>
        </p:nvSpPr>
        <p:spPr>
          <a:xfrm>
            <a:off x="777240" y="3438144"/>
            <a:ext cx="1371600" cy="493776"/>
          </a:xfrm>
          <a:prstGeom prst="rect">
            <a:avLst/>
          </a:prstGeom>
          <a:noFill/>
          <a:ln/>
        </p:spPr>
        <p:txBody>
          <a:bodyPr wrap="square" lIns="0" tIns="0" rIns="0" bIns="0" rtlCol="0" anchor="ctr"/>
          <a:lstStyle/>
          <a:p>
            <a:pPr indent="0" marL="0">
              <a:buNone/>
            </a:pPr>
            <a:r>
              <a:rPr lang="en-US" sz="1600" b="1" dirty="0">
                <a:solidFill>
                  <a:srgbClr val="7A1524"/>
                </a:solidFill>
                <a:latin typeface="Yu Gothic" pitchFamily="34" charset="0"/>
                <a:ea typeface="Yu Gothic" pitchFamily="34" charset="-122"/>
                <a:cs typeface="Yu Gothic" pitchFamily="34" charset="-120"/>
              </a:rPr>
              <a:t>形式</a:t>
            </a:r>
            <a:endParaRPr lang="en-US" sz="1600" dirty="0"/>
          </a:p>
        </p:txBody>
      </p:sp>
      <p:sp>
        <p:nvSpPr>
          <p:cNvPr id="16" name="Text 14"/>
          <p:cNvSpPr txBox="1"/>
          <p:nvPr/>
        </p:nvSpPr>
        <p:spPr>
          <a:xfrm>
            <a:off x="2194560" y="3438144"/>
            <a:ext cx="5943600" cy="493776"/>
          </a:xfrm>
          <a:prstGeom prst="rect">
            <a:avLst/>
          </a:prstGeom>
          <a:noFill/>
          <a:ln/>
        </p:spPr>
        <p:txBody>
          <a:bodyPr wrap="square" lIns="0" tIns="0" rIns="0" bIns="0" rtlCol="0" anchor="ctr"/>
          <a:lstStyle/>
          <a:p>
            <a:pPr indent="0" marL="0">
              <a:buNone/>
            </a:pPr>
            <a:r>
              <a:rPr lang="en-US" sz="1600" dirty="0">
                <a:solidFill>
                  <a:srgbClr val="3B3634"/>
                </a:solidFill>
                <a:latin typeface="Yu Gothic" pitchFamily="34" charset="0"/>
                <a:ea typeface="Yu Gothic" pitchFamily="34" charset="-122"/>
                <a:cs typeface="Yu Gothic" pitchFamily="34" charset="-120"/>
              </a:rPr>
              <a:t>完全1対1／Zoom</a:t>
            </a:r>
            <a:endParaRPr lang="en-US" sz="1600" dirty="0"/>
          </a:p>
        </p:txBody>
      </p:sp>
      <p:sp>
        <p:nvSpPr>
          <p:cNvPr id="17" name="Shape 15"/>
          <p:cNvSpPr/>
          <p:nvPr/>
        </p:nvSpPr>
        <p:spPr>
          <a:xfrm>
            <a:off x="457200" y="4005072"/>
            <a:ext cx="7863840" cy="493776"/>
          </a:xfrm>
          <a:prstGeom prst="roundRect">
            <a:avLst>
              <a:gd name="adj" fmla="val 11111"/>
            </a:avLst>
          </a:prstGeom>
          <a:solidFill>
            <a:srgbClr val="FAF3F4"/>
          </a:solidFill>
          <a:ln w="12700">
            <a:solidFill>
              <a:srgbClr val="FAF3F4"/>
            </a:solidFill>
            <a:prstDash val="solid"/>
          </a:ln>
        </p:spPr>
      </p:sp>
      <p:sp>
        <p:nvSpPr>
          <p:cNvPr id="18" name="Text 16"/>
          <p:cNvSpPr txBox="1"/>
          <p:nvPr/>
        </p:nvSpPr>
        <p:spPr>
          <a:xfrm>
            <a:off x="777240" y="4005072"/>
            <a:ext cx="1371600" cy="493776"/>
          </a:xfrm>
          <a:prstGeom prst="rect">
            <a:avLst/>
          </a:prstGeom>
          <a:noFill/>
          <a:ln/>
        </p:spPr>
        <p:txBody>
          <a:bodyPr wrap="square" lIns="0" tIns="0" rIns="0" bIns="0" rtlCol="0" anchor="ctr"/>
          <a:lstStyle/>
          <a:p>
            <a:pPr indent="0" marL="0">
              <a:buNone/>
            </a:pPr>
            <a:r>
              <a:rPr lang="en-US" sz="1600" b="1" dirty="0">
                <a:solidFill>
                  <a:srgbClr val="7A1524"/>
                </a:solidFill>
                <a:latin typeface="Yu Gothic" pitchFamily="34" charset="0"/>
                <a:ea typeface="Yu Gothic" pitchFamily="34" charset="-122"/>
                <a:cs typeface="Yu Gothic" pitchFamily="34" charset="-120"/>
              </a:rPr>
              <a:t>ペース</a:t>
            </a:r>
            <a:endParaRPr lang="en-US" sz="1600" dirty="0"/>
          </a:p>
        </p:txBody>
      </p:sp>
      <p:sp>
        <p:nvSpPr>
          <p:cNvPr id="19" name="Text 17"/>
          <p:cNvSpPr txBox="1"/>
          <p:nvPr/>
        </p:nvSpPr>
        <p:spPr>
          <a:xfrm>
            <a:off x="2194560" y="4005072"/>
            <a:ext cx="5943600" cy="493776"/>
          </a:xfrm>
          <a:prstGeom prst="rect">
            <a:avLst/>
          </a:prstGeom>
          <a:noFill/>
          <a:ln/>
        </p:spPr>
        <p:txBody>
          <a:bodyPr wrap="square" lIns="0" tIns="0" rIns="0" bIns="0" rtlCol="0" anchor="ctr"/>
          <a:lstStyle/>
          <a:p>
            <a:pPr indent="0" marL="0">
              <a:buNone/>
            </a:pPr>
            <a:r>
              <a:rPr lang="en-US" sz="1600" dirty="0">
                <a:solidFill>
                  <a:srgbClr val="3B3634"/>
                </a:solidFill>
                <a:latin typeface="Yu Gothic" pitchFamily="34" charset="0"/>
                <a:ea typeface="Yu Gothic" pitchFamily="34" charset="-122"/>
                <a:cs typeface="Yu Gothic" pitchFamily="34" charset="-120"/>
              </a:rPr>
              <a:t>試合日程に合わせて調整</a:t>
            </a:r>
            <a:endParaRPr lang="en-US" sz="1600" dirty="0"/>
          </a:p>
        </p:txBody>
      </p:sp>
      <p:sp>
        <p:nvSpPr>
          <p:cNvPr id="20" name="Text 18"/>
          <p:cNvSpPr txBox="1"/>
          <p:nvPr/>
        </p:nvSpPr>
        <p:spPr>
          <a:xfrm>
            <a:off x="457200" y="4617720"/>
            <a:ext cx="7498080" cy="411480"/>
          </a:xfrm>
          <a:prstGeom prst="rect">
            <a:avLst/>
          </a:prstGeom>
          <a:noFill/>
          <a:ln/>
        </p:spPr>
        <p:txBody>
          <a:bodyPr wrap="square" lIns="0" tIns="0" rIns="0" bIns="0" rtlCol="0" anchor="ctr"/>
          <a:lstStyle/>
          <a:p>
            <a:pPr indent="0" marL="0">
              <a:buNone/>
            </a:pPr>
            <a:r>
              <a:rPr lang="en-US" sz="1700" b="1" dirty="0">
                <a:solidFill>
                  <a:srgbClr val="7A1524"/>
                </a:solidFill>
                <a:latin typeface="Yu Gothic" pitchFamily="34" charset="0"/>
                <a:ea typeface="Yu Gothic" pitchFamily="34" charset="-122"/>
                <a:cs typeface="Yu Gothic" pitchFamily="34" charset="-120"/>
              </a:rPr>
              <a:t>知識を聞くだけではなく、「あなたならどうする？」まで一緒につくります。</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7　講座のご案内</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33</a:t>
            </a:r>
            <a:endParaRPr lang="en-US" sz="1100" dirty="0"/>
          </a:p>
        </p:txBody>
      </p:sp>
      <p:sp>
        <p:nvSpPr>
          <p:cNvPr id="4" name="Text 2"/>
          <p:cNvSpPr txBox="1"/>
          <p:nvPr/>
        </p:nvSpPr>
        <p:spPr>
          <a:xfrm>
            <a:off x="457200" y="777240"/>
            <a:ext cx="8138160" cy="1188720"/>
          </a:xfrm>
          <a:prstGeom prst="rect">
            <a:avLst/>
          </a:prstGeom>
          <a:noFill/>
          <a:ln/>
        </p:spPr>
        <p:txBody>
          <a:bodyPr wrap="square" lIns="0" tIns="0" rIns="0" bIns="0" rtlCol="0" anchor="t"/>
          <a:lstStyle/>
          <a:p>
            <a:pPr algn="l" indent="0" marL="0">
              <a:lnSpc>
                <a:spcPts val="4785"/>
              </a:lnSpc>
              <a:buNone/>
            </a:pPr>
            <a:r>
              <a:rPr lang="en-US" sz="3300" b="1" dirty="0">
                <a:solidFill>
                  <a:srgbClr val="141416"/>
                </a:solidFill>
                <a:latin typeface="Yu Mincho" pitchFamily="34" charset="0"/>
                <a:ea typeface="Yu Mincho" pitchFamily="34" charset="-122"/>
                <a:cs typeface="Yu Mincho" pitchFamily="34" charset="-120"/>
              </a:rPr>
              <a:t>3か月の流れ</a:t>
            </a:r>
            <a:endParaRPr lang="en-US" sz="3300" dirty="0"/>
          </a:p>
        </p:txBody>
      </p:sp>
      <p:sp>
        <p:nvSpPr>
          <p:cNvPr id="5" name="Shape 3"/>
          <p:cNvSpPr/>
          <p:nvPr/>
        </p:nvSpPr>
        <p:spPr>
          <a:xfrm>
            <a:off x="457200" y="1783080"/>
            <a:ext cx="7863840" cy="420624"/>
          </a:xfrm>
          <a:prstGeom prst="roundRect">
            <a:avLst>
              <a:gd name="adj" fmla="val 13043"/>
            </a:avLst>
          </a:prstGeom>
          <a:solidFill>
            <a:srgbClr val="FAF3F4"/>
          </a:solidFill>
          <a:ln w="12700">
            <a:solidFill>
              <a:srgbClr val="FAF3F4"/>
            </a:solidFill>
            <a:prstDash val="solid"/>
          </a:ln>
        </p:spPr>
      </p:sp>
      <p:sp>
        <p:nvSpPr>
          <p:cNvPr id="6" name="Text 4"/>
          <p:cNvSpPr txBox="1"/>
          <p:nvPr/>
        </p:nvSpPr>
        <p:spPr>
          <a:xfrm>
            <a:off x="777240" y="1783080"/>
            <a:ext cx="1188720" cy="420624"/>
          </a:xfrm>
          <a:prstGeom prst="rect">
            <a:avLst/>
          </a:prstGeom>
          <a:noFill/>
          <a:ln/>
        </p:spPr>
        <p:txBody>
          <a:bodyPr wrap="square" lIns="0" tIns="0" rIns="0" bIns="0" rtlCol="0" anchor="ctr"/>
          <a:lstStyle/>
          <a:p>
            <a:pPr indent="0" marL="0">
              <a:buNone/>
            </a:pPr>
            <a:r>
              <a:rPr lang="en-US" sz="1250" b="1" spc="100" kern="0" dirty="0">
                <a:solidFill>
                  <a:srgbClr val="7A1524"/>
                </a:solidFill>
                <a:latin typeface="Yu Gothic" pitchFamily="34" charset="0"/>
                <a:ea typeface="Yu Gothic" pitchFamily="34" charset="-122"/>
                <a:cs typeface="Yu Gothic" pitchFamily="34" charset="-120"/>
              </a:rPr>
              <a:t>STEP 1</a:t>
            </a:r>
            <a:endParaRPr lang="en-US" sz="1250" dirty="0"/>
          </a:p>
        </p:txBody>
      </p:sp>
      <p:sp>
        <p:nvSpPr>
          <p:cNvPr id="7" name="Text 5"/>
          <p:cNvSpPr txBox="1"/>
          <p:nvPr/>
        </p:nvSpPr>
        <p:spPr>
          <a:xfrm>
            <a:off x="2103120" y="1783080"/>
            <a:ext cx="6035040" cy="420624"/>
          </a:xfrm>
          <a:prstGeom prst="rect">
            <a:avLst/>
          </a:prstGeom>
          <a:noFill/>
          <a:ln/>
        </p:spPr>
        <p:txBody>
          <a:bodyPr wrap="square" lIns="0" tIns="0" rIns="0" bIns="0" rtlCol="0" anchor="ctr"/>
          <a:lstStyle/>
          <a:p>
            <a:pPr indent="0" marL="0">
              <a:buNone/>
            </a:pPr>
            <a:r>
              <a:rPr lang="en-US" sz="1600" dirty="0">
                <a:solidFill>
                  <a:srgbClr val="3B3634"/>
                </a:solidFill>
                <a:latin typeface="Yu Gothic" pitchFamily="34" charset="0"/>
                <a:ea typeface="Yu Gothic" pitchFamily="34" charset="-122"/>
                <a:cs typeface="Yu Gothic" pitchFamily="34" charset="-120"/>
              </a:rPr>
              <a:t>勝ちたい試合・取りたい一本を明確にする</a:t>
            </a:r>
            <a:endParaRPr lang="en-US" sz="1600" dirty="0"/>
          </a:p>
        </p:txBody>
      </p:sp>
      <p:sp>
        <p:nvSpPr>
          <p:cNvPr id="8" name="Shape 6"/>
          <p:cNvSpPr/>
          <p:nvPr/>
        </p:nvSpPr>
        <p:spPr>
          <a:xfrm>
            <a:off x="457200" y="2258568"/>
            <a:ext cx="7863840" cy="420624"/>
          </a:xfrm>
          <a:prstGeom prst="roundRect">
            <a:avLst>
              <a:gd name="adj" fmla="val 13043"/>
            </a:avLst>
          </a:prstGeom>
          <a:solidFill>
            <a:srgbClr val="FAF3F4"/>
          </a:solidFill>
          <a:ln w="12700">
            <a:solidFill>
              <a:srgbClr val="FAF3F4"/>
            </a:solidFill>
            <a:prstDash val="solid"/>
          </a:ln>
        </p:spPr>
      </p:sp>
      <p:sp>
        <p:nvSpPr>
          <p:cNvPr id="9" name="Text 7"/>
          <p:cNvSpPr txBox="1"/>
          <p:nvPr/>
        </p:nvSpPr>
        <p:spPr>
          <a:xfrm>
            <a:off x="777240" y="2258568"/>
            <a:ext cx="1188720" cy="420624"/>
          </a:xfrm>
          <a:prstGeom prst="rect">
            <a:avLst/>
          </a:prstGeom>
          <a:noFill/>
          <a:ln/>
        </p:spPr>
        <p:txBody>
          <a:bodyPr wrap="square" lIns="0" tIns="0" rIns="0" bIns="0" rtlCol="0" anchor="ctr"/>
          <a:lstStyle/>
          <a:p>
            <a:pPr indent="0" marL="0">
              <a:buNone/>
            </a:pPr>
            <a:r>
              <a:rPr lang="en-US" sz="1250" b="1" spc="100" kern="0" dirty="0">
                <a:solidFill>
                  <a:srgbClr val="7A1524"/>
                </a:solidFill>
                <a:latin typeface="Yu Gothic" pitchFamily="34" charset="0"/>
                <a:ea typeface="Yu Gothic" pitchFamily="34" charset="-122"/>
                <a:cs typeface="Yu Gothic" pitchFamily="34" charset="-120"/>
              </a:rPr>
              <a:t>STEP 2</a:t>
            </a:r>
            <a:endParaRPr lang="en-US" sz="1250" dirty="0"/>
          </a:p>
        </p:txBody>
      </p:sp>
      <p:sp>
        <p:nvSpPr>
          <p:cNvPr id="10" name="Text 8"/>
          <p:cNvSpPr txBox="1"/>
          <p:nvPr/>
        </p:nvSpPr>
        <p:spPr>
          <a:xfrm>
            <a:off x="2103120" y="2258568"/>
            <a:ext cx="6035040" cy="420624"/>
          </a:xfrm>
          <a:prstGeom prst="rect">
            <a:avLst/>
          </a:prstGeom>
          <a:noFill/>
          <a:ln/>
        </p:spPr>
        <p:txBody>
          <a:bodyPr wrap="square" lIns="0" tIns="0" rIns="0" bIns="0" rtlCol="0" anchor="ctr"/>
          <a:lstStyle/>
          <a:p>
            <a:pPr indent="0" marL="0">
              <a:buNone/>
            </a:pPr>
            <a:r>
              <a:rPr lang="en-US" sz="1600" dirty="0">
                <a:solidFill>
                  <a:srgbClr val="3B3634"/>
                </a:solidFill>
                <a:latin typeface="Yu Gothic" pitchFamily="34" charset="0"/>
                <a:ea typeface="Yu Gothic" pitchFamily="34" charset="-122"/>
                <a:cs typeface="Yu Gothic" pitchFamily="34" charset="-120"/>
              </a:rPr>
              <a:t>自分が崩れるパターンを知る</a:t>
            </a:r>
            <a:endParaRPr lang="en-US" sz="1600" dirty="0"/>
          </a:p>
        </p:txBody>
      </p:sp>
      <p:sp>
        <p:nvSpPr>
          <p:cNvPr id="11" name="Shape 9"/>
          <p:cNvSpPr/>
          <p:nvPr/>
        </p:nvSpPr>
        <p:spPr>
          <a:xfrm>
            <a:off x="457200" y="2734056"/>
            <a:ext cx="7863840" cy="420624"/>
          </a:xfrm>
          <a:prstGeom prst="roundRect">
            <a:avLst>
              <a:gd name="adj" fmla="val 13043"/>
            </a:avLst>
          </a:prstGeom>
          <a:solidFill>
            <a:srgbClr val="FAF3F4"/>
          </a:solidFill>
          <a:ln w="12700">
            <a:solidFill>
              <a:srgbClr val="FAF3F4"/>
            </a:solidFill>
            <a:prstDash val="solid"/>
          </a:ln>
        </p:spPr>
      </p:sp>
      <p:sp>
        <p:nvSpPr>
          <p:cNvPr id="12" name="Text 10"/>
          <p:cNvSpPr txBox="1"/>
          <p:nvPr/>
        </p:nvSpPr>
        <p:spPr>
          <a:xfrm>
            <a:off x="777240" y="2734056"/>
            <a:ext cx="1188720" cy="420624"/>
          </a:xfrm>
          <a:prstGeom prst="rect">
            <a:avLst/>
          </a:prstGeom>
          <a:noFill/>
          <a:ln/>
        </p:spPr>
        <p:txBody>
          <a:bodyPr wrap="square" lIns="0" tIns="0" rIns="0" bIns="0" rtlCol="0" anchor="ctr"/>
          <a:lstStyle/>
          <a:p>
            <a:pPr indent="0" marL="0">
              <a:buNone/>
            </a:pPr>
            <a:r>
              <a:rPr lang="en-US" sz="1250" b="1" spc="100" kern="0" dirty="0">
                <a:solidFill>
                  <a:srgbClr val="7A1524"/>
                </a:solidFill>
                <a:latin typeface="Yu Gothic" pitchFamily="34" charset="0"/>
                <a:ea typeface="Yu Gothic" pitchFamily="34" charset="-122"/>
                <a:cs typeface="Yu Gothic" pitchFamily="34" charset="-120"/>
              </a:rPr>
              <a:t>STEP 3</a:t>
            </a:r>
            <a:endParaRPr lang="en-US" sz="1250" dirty="0"/>
          </a:p>
        </p:txBody>
      </p:sp>
      <p:sp>
        <p:nvSpPr>
          <p:cNvPr id="13" name="Text 11"/>
          <p:cNvSpPr txBox="1"/>
          <p:nvPr/>
        </p:nvSpPr>
        <p:spPr>
          <a:xfrm>
            <a:off x="2103120" y="2734056"/>
            <a:ext cx="6035040" cy="420624"/>
          </a:xfrm>
          <a:prstGeom prst="rect">
            <a:avLst/>
          </a:prstGeom>
          <a:noFill/>
          <a:ln/>
        </p:spPr>
        <p:txBody>
          <a:bodyPr wrap="square" lIns="0" tIns="0" rIns="0" bIns="0" rtlCol="0" anchor="ctr"/>
          <a:lstStyle/>
          <a:p>
            <a:pPr indent="0" marL="0">
              <a:buNone/>
            </a:pPr>
            <a:r>
              <a:rPr lang="en-US" sz="1600" dirty="0">
                <a:solidFill>
                  <a:srgbClr val="3B3634"/>
                </a:solidFill>
                <a:latin typeface="Yu Gothic" pitchFamily="34" charset="0"/>
                <a:ea typeface="Yu Gothic" pitchFamily="34" charset="-122"/>
                <a:cs typeface="Yu Gothic" pitchFamily="34" charset="-120"/>
              </a:rPr>
              <a:t>自分に合ったメンタルスキルをつくる</a:t>
            </a:r>
            <a:endParaRPr lang="en-US" sz="1600" dirty="0"/>
          </a:p>
        </p:txBody>
      </p:sp>
      <p:sp>
        <p:nvSpPr>
          <p:cNvPr id="14" name="Shape 12"/>
          <p:cNvSpPr/>
          <p:nvPr/>
        </p:nvSpPr>
        <p:spPr>
          <a:xfrm>
            <a:off x="457200" y="3209544"/>
            <a:ext cx="7863840" cy="420624"/>
          </a:xfrm>
          <a:prstGeom prst="roundRect">
            <a:avLst>
              <a:gd name="adj" fmla="val 13043"/>
            </a:avLst>
          </a:prstGeom>
          <a:solidFill>
            <a:srgbClr val="FAF3F4"/>
          </a:solidFill>
          <a:ln w="12700">
            <a:solidFill>
              <a:srgbClr val="FAF3F4"/>
            </a:solidFill>
            <a:prstDash val="solid"/>
          </a:ln>
        </p:spPr>
      </p:sp>
      <p:sp>
        <p:nvSpPr>
          <p:cNvPr id="15" name="Text 13"/>
          <p:cNvSpPr txBox="1"/>
          <p:nvPr/>
        </p:nvSpPr>
        <p:spPr>
          <a:xfrm>
            <a:off x="777240" y="3209544"/>
            <a:ext cx="1188720" cy="420624"/>
          </a:xfrm>
          <a:prstGeom prst="rect">
            <a:avLst/>
          </a:prstGeom>
          <a:noFill/>
          <a:ln/>
        </p:spPr>
        <p:txBody>
          <a:bodyPr wrap="square" lIns="0" tIns="0" rIns="0" bIns="0" rtlCol="0" anchor="ctr"/>
          <a:lstStyle/>
          <a:p>
            <a:pPr indent="0" marL="0">
              <a:buNone/>
            </a:pPr>
            <a:r>
              <a:rPr lang="en-US" sz="1250" b="1" spc="100" kern="0" dirty="0">
                <a:solidFill>
                  <a:srgbClr val="7A1524"/>
                </a:solidFill>
                <a:latin typeface="Yu Gothic" pitchFamily="34" charset="0"/>
                <a:ea typeface="Yu Gothic" pitchFamily="34" charset="-122"/>
                <a:cs typeface="Yu Gothic" pitchFamily="34" charset="-120"/>
              </a:rPr>
              <a:t>STEP 4</a:t>
            </a:r>
            <a:endParaRPr lang="en-US" sz="1250" dirty="0"/>
          </a:p>
        </p:txBody>
      </p:sp>
      <p:sp>
        <p:nvSpPr>
          <p:cNvPr id="16" name="Text 14"/>
          <p:cNvSpPr txBox="1"/>
          <p:nvPr/>
        </p:nvSpPr>
        <p:spPr>
          <a:xfrm>
            <a:off x="2103120" y="3209544"/>
            <a:ext cx="6035040" cy="420624"/>
          </a:xfrm>
          <a:prstGeom prst="rect">
            <a:avLst/>
          </a:prstGeom>
          <a:noFill/>
          <a:ln/>
        </p:spPr>
        <p:txBody>
          <a:bodyPr wrap="square" lIns="0" tIns="0" rIns="0" bIns="0" rtlCol="0" anchor="ctr"/>
          <a:lstStyle/>
          <a:p>
            <a:pPr indent="0" marL="0">
              <a:buNone/>
            </a:pPr>
            <a:r>
              <a:rPr lang="en-US" sz="1600" dirty="0">
                <a:solidFill>
                  <a:srgbClr val="3B3634"/>
                </a:solidFill>
                <a:latin typeface="Yu Gothic" pitchFamily="34" charset="0"/>
                <a:ea typeface="Yu Gothic" pitchFamily="34" charset="-122"/>
                <a:cs typeface="Yu Gothic" pitchFamily="34" charset="-120"/>
              </a:rPr>
              <a:t>自分専用の試合ルーティンをつくる</a:t>
            </a:r>
            <a:endParaRPr lang="en-US" sz="1600" dirty="0"/>
          </a:p>
        </p:txBody>
      </p:sp>
      <p:sp>
        <p:nvSpPr>
          <p:cNvPr id="17" name="Shape 15"/>
          <p:cNvSpPr/>
          <p:nvPr/>
        </p:nvSpPr>
        <p:spPr>
          <a:xfrm>
            <a:off x="457200" y="3685032"/>
            <a:ext cx="7863840" cy="420624"/>
          </a:xfrm>
          <a:prstGeom prst="roundRect">
            <a:avLst>
              <a:gd name="adj" fmla="val 13043"/>
            </a:avLst>
          </a:prstGeom>
          <a:solidFill>
            <a:srgbClr val="FAF3F4"/>
          </a:solidFill>
          <a:ln w="12700">
            <a:solidFill>
              <a:srgbClr val="FAF3F4"/>
            </a:solidFill>
            <a:prstDash val="solid"/>
          </a:ln>
        </p:spPr>
      </p:sp>
      <p:sp>
        <p:nvSpPr>
          <p:cNvPr id="18" name="Text 16"/>
          <p:cNvSpPr txBox="1"/>
          <p:nvPr/>
        </p:nvSpPr>
        <p:spPr>
          <a:xfrm>
            <a:off x="777240" y="3685032"/>
            <a:ext cx="1188720" cy="420624"/>
          </a:xfrm>
          <a:prstGeom prst="rect">
            <a:avLst/>
          </a:prstGeom>
          <a:noFill/>
          <a:ln/>
        </p:spPr>
        <p:txBody>
          <a:bodyPr wrap="square" lIns="0" tIns="0" rIns="0" bIns="0" rtlCol="0" anchor="ctr"/>
          <a:lstStyle/>
          <a:p>
            <a:pPr indent="0" marL="0">
              <a:buNone/>
            </a:pPr>
            <a:r>
              <a:rPr lang="en-US" sz="1250" b="1" spc="100" kern="0" dirty="0">
                <a:solidFill>
                  <a:srgbClr val="7A1524"/>
                </a:solidFill>
                <a:latin typeface="Yu Gothic" pitchFamily="34" charset="0"/>
                <a:ea typeface="Yu Gothic" pitchFamily="34" charset="-122"/>
                <a:cs typeface="Yu Gothic" pitchFamily="34" charset="-120"/>
              </a:rPr>
              <a:t>STEP 5</a:t>
            </a:r>
            <a:endParaRPr lang="en-US" sz="1250" dirty="0"/>
          </a:p>
        </p:txBody>
      </p:sp>
      <p:sp>
        <p:nvSpPr>
          <p:cNvPr id="19" name="Text 17"/>
          <p:cNvSpPr txBox="1"/>
          <p:nvPr/>
        </p:nvSpPr>
        <p:spPr>
          <a:xfrm>
            <a:off x="2103120" y="3685032"/>
            <a:ext cx="6035040" cy="420624"/>
          </a:xfrm>
          <a:prstGeom prst="rect">
            <a:avLst/>
          </a:prstGeom>
          <a:noFill/>
          <a:ln/>
        </p:spPr>
        <p:txBody>
          <a:bodyPr wrap="square" lIns="0" tIns="0" rIns="0" bIns="0" rtlCol="0" anchor="ctr"/>
          <a:lstStyle/>
          <a:p>
            <a:pPr indent="0" marL="0">
              <a:buNone/>
            </a:pPr>
            <a:r>
              <a:rPr lang="en-US" sz="1600" dirty="0">
                <a:solidFill>
                  <a:srgbClr val="3B3634"/>
                </a:solidFill>
                <a:latin typeface="Yu Gothic" pitchFamily="34" charset="0"/>
                <a:ea typeface="Yu Gothic" pitchFamily="34" charset="-122"/>
                <a:cs typeface="Yu Gothic" pitchFamily="34" charset="-120"/>
              </a:rPr>
              <a:t>本番を想定して使ってみる</a:t>
            </a:r>
            <a:endParaRPr lang="en-US" sz="1600" dirty="0"/>
          </a:p>
        </p:txBody>
      </p:sp>
      <p:sp>
        <p:nvSpPr>
          <p:cNvPr id="20" name="Shape 18"/>
          <p:cNvSpPr/>
          <p:nvPr/>
        </p:nvSpPr>
        <p:spPr>
          <a:xfrm>
            <a:off x="457200" y="4160520"/>
            <a:ext cx="7863840" cy="420624"/>
          </a:xfrm>
          <a:prstGeom prst="roundRect">
            <a:avLst>
              <a:gd name="adj" fmla="val 13043"/>
            </a:avLst>
          </a:prstGeom>
          <a:solidFill>
            <a:srgbClr val="540E19"/>
          </a:solidFill>
          <a:ln w="12700">
            <a:solidFill>
              <a:srgbClr val="540E19"/>
            </a:solidFill>
            <a:prstDash val="solid"/>
          </a:ln>
        </p:spPr>
      </p:sp>
      <p:sp>
        <p:nvSpPr>
          <p:cNvPr id="21" name="Text 19"/>
          <p:cNvSpPr txBox="1"/>
          <p:nvPr/>
        </p:nvSpPr>
        <p:spPr>
          <a:xfrm>
            <a:off x="777240" y="4160520"/>
            <a:ext cx="1188720" cy="420624"/>
          </a:xfrm>
          <a:prstGeom prst="rect">
            <a:avLst/>
          </a:prstGeom>
          <a:noFill/>
          <a:ln/>
        </p:spPr>
        <p:txBody>
          <a:bodyPr wrap="square" lIns="0" tIns="0" rIns="0" bIns="0" rtlCol="0" anchor="ctr"/>
          <a:lstStyle/>
          <a:p>
            <a:pPr indent="0" marL="0">
              <a:buNone/>
            </a:pPr>
            <a:r>
              <a:rPr lang="en-US" sz="1250" b="1" spc="100" kern="0" dirty="0">
                <a:solidFill>
                  <a:srgbClr val="F0B9C3"/>
                </a:solidFill>
                <a:latin typeface="Yu Gothic" pitchFamily="34" charset="0"/>
                <a:ea typeface="Yu Gothic" pitchFamily="34" charset="-122"/>
                <a:cs typeface="Yu Gothic" pitchFamily="34" charset="-120"/>
              </a:rPr>
              <a:t>STEP 6</a:t>
            </a:r>
            <a:endParaRPr lang="en-US" sz="1250" dirty="0"/>
          </a:p>
        </p:txBody>
      </p:sp>
      <p:sp>
        <p:nvSpPr>
          <p:cNvPr id="22" name="Text 20"/>
          <p:cNvSpPr txBox="1"/>
          <p:nvPr/>
        </p:nvSpPr>
        <p:spPr>
          <a:xfrm>
            <a:off x="2103120" y="4160520"/>
            <a:ext cx="6035040" cy="420624"/>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2"/>
                <a:cs typeface="Yu Gothic" pitchFamily="34" charset="-120"/>
              </a:rPr>
              <a:t>MY BEST LIFT PLAN 完成</a:t>
            </a:r>
            <a:endParaRPr lang="en-US" sz="1600" dirty="0"/>
          </a:p>
        </p:txBody>
      </p:sp>
      <p:sp>
        <p:nvSpPr>
          <p:cNvPr id="23" name="Text 21"/>
          <p:cNvSpPr txBox="1"/>
          <p:nvPr/>
        </p:nvSpPr>
        <p:spPr>
          <a:xfrm>
            <a:off x="457200" y="4681728"/>
            <a:ext cx="7498080" cy="365760"/>
          </a:xfrm>
          <a:prstGeom prst="rect">
            <a:avLst/>
          </a:prstGeom>
          <a:noFill/>
          <a:ln/>
        </p:spPr>
        <p:txBody>
          <a:bodyPr wrap="square" lIns="0" tIns="0" rIns="0" bIns="0" rtlCol="0" anchor="ctr"/>
          <a:lstStyle/>
          <a:p>
            <a:pPr indent="0" marL="0">
              <a:buNone/>
            </a:pPr>
            <a:r>
              <a:rPr lang="en-US" sz="1500" dirty="0">
                <a:solidFill>
                  <a:srgbClr val="6B6360"/>
                </a:solidFill>
                <a:latin typeface="Yu Gothic" pitchFamily="34" charset="0"/>
                <a:ea typeface="Yu Gothic" pitchFamily="34" charset="-122"/>
                <a:cs typeface="Yu Gothic" pitchFamily="34" charset="-120"/>
              </a:rPr>
              <a:t>一斉スタートではありません。あなたの大会日と現在地に合わせて進めます。</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540E19"/>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F0B9C3"/>
                </a:solidFill>
                <a:latin typeface="Yu Gothic" pitchFamily="34" charset="0"/>
                <a:ea typeface="Yu Gothic" pitchFamily="34" charset="-122"/>
                <a:cs typeface="Yu Gothic" pitchFamily="34" charset="-120"/>
              </a:rPr>
              <a:t>PHASE 7　講座のご案内</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8A6870"/>
                </a:solidFill>
                <a:latin typeface="Yu Gothic" pitchFamily="34" charset="0"/>
                <a:ea typeface="Yu Gothic" pitchFamily="34" charset="-122"/>
                <a:cs typeface="Yu Gothic" pitchFamily="34" charset="-120"/>
              </a:rPr>
              <a:t>34</a:t>
            </a:r>
            <a:endParaRPr lang="en-US" sz="1100" dirty="0"/>
          </a:p>
        </p:txBody>
      </p:sp>
      <p:sp>
        <p:nvSpPr>
          <p:cNvPr id="4" name="Text 2"/>
          <p:cNvSpPr txBox="1"/>
          <p:nvPr/>
        </p:nvSpPr>
        <p:spPr>
          <a:xfrm>
            <a:off x="457200" y="841248"/>
            <a:ext cx="7863840" cy="384048"/>
          </a:xfrm>
          <a:prstGeom prst="rect">
            <a:avLst/>
          </a:prstGeom>
          <a:noFill/>
          <a:ln/>
        </p:spPr>
        <p:txBody>
          <a:bodyPr wrap="square" lIns="0" tIns="0" rIns="0" bIns="0" rtlCol="0" anchor="ctr"/>
          <a:lstStyle/>
          <a:p>
            <a:pPr indent="0" marL="0">
              <a:buNone/>
            </a:pPr>
            <a:r>
              <a:rPr lang="en-US" sz="1600" b="1" spc="200" kern="0" dirty="0">
                <a:solidFill>
                  <a:srgbClr val="F0B9C3"/>
                </a:solidFill>
                <a:latin typeface="Yu Gothic" pitchFamily="34" charset="0"/>
                <a:ea typeface="Yu Gothic" pitchFamily="34" charset="-122"/>
                <a:cs typeface="Yu Gothic" pitchFamily="34" charset="-120"/>
              </a:rPr>
              <a:t>この3か月で完成するもの</a:t>
            </a:r>
            <a:endParaRPr lang="en-US" sz="1600" dirty="0"/>
          </a:p>
        </p:txBody>
      </p:sp>
      <p:sp>
        <p:nvSpPr>
          <p:cNvPr id="5" name="Text 3"/>
          <p:cNvSpPr txBox="1"/>
          <p:nvPr/>
        </p:nvSpPr>
        <p:spPr>
          <a:xfrm>
            <a:off x="457200" y="1280160"/>
            <a:ext cx="7863840" cy="777240"/>
          </a:xfrm>
          <a:prstGeom prst="rect">
            <a:avLst/>
          </a:prstGeom>
          <a:noFill/>
          <a:ln/>
        </p:spPr>
        <p:txBody>
          <a:bodyPr wrap="square" lIns="0" tIns="0" rIns="0" bIns="0" rtlCol="0" anchor="ctr"/>
          <a:lstStyle/>
          <a:p>
            <a:pPr indent="0" marL="0">
              <a:buNone/>
            </a:pPr>
            <a:r>
              <a:rPr lang="en-US" sz="4000" b="1" spc="100" kern="0" dirty="0">
                <a:solidFill>
                  <a:srgbClr val="FFFFFF"/>
                </a:solidFill>
                <a:latin typeface="Yu Mincho" pitchFamily="34" charset="0"/>
                <a:ea typeface="Yu Mincho" pitchFamily="34" charset="-122"/>
                <a:cs typeface="Yu Mincho" pitchFamily="34" charset="-120"/>
              </a:rPr>
              <a:t>MY BEST LIFT PLAN</a:t>
            </a:r>
            <a:endParaRPr lang="en-US" sz="4000" dirty="0"/>
          </a:p>
        </p:txBody>
      </p:sp>
      <p:sp>
        <p:nvSpPr>
          <p:cNvPr id="6" name="Text 4"/>
          <p:cNvSpPr txBox="1"/>
          <p:nvPr/>
        </p:nvSpPr>
        <p:spPr>
          <a:xfrm>
            <a:off x="457200" y="2103120"/>
            <a:ext cx="7863840" cy="365760"/>
          </a:xfrm>
          <a:prstGeom prst="rect">
            <a:avLst/>
          </a:prstGeom>
          <a:noFill/>
          <a:ln/>
        </p:spPr>
        <p:txBody>
          <a:bodyPr wrap="square" lIns="0" tIns="0" rIns="0" bIns="0" rtlCol="0" anchor="ctr"/>
          <a:lstStyle/>
          <a:p>
            <a:pPr indent="0" marL="0">
              <a:buNone/>
            </a:pPr>
            <a:r>
              <a:rPr lang="en-US" sz="1600" dirty="0">
                <a:solidFill>
                  <a:srgbClr val="E8D3D7"/>
                </a:solidFill>
                <a:latin typeface="Yu Gothic" pitchFamily="34" charset="0"/>
                <a:ea typeface="Yu Gothic" pitchFamily="34" charset="-122"/>
                <a:cs typeface="Yu Gothic" pitchFamily="34" charset="-120"/>
              </a:rPr>
              <a:t>「私はこうすれば試合で力を出せる」をまとめた、自分専用の勝負の設計図。</a:t>
            </a:r>
            <a:endParaRPr lang="en-US" sz="1600" dirty="0"/>
          </a:p>
        </p:txBody>
      </p:sp>
      <p:sp>
        <p:nvSpPr>
          <p:cNvPr id="7" name="Shape 5"/>
          <p:cNvSpPr/>
          <p:nvPr/>
        </p:nvSpPr>
        <p:spPr>
          <a:xfrm>
            <a:off x="457200" y="2606040"/>
            <a:ext cx="3840480" cy="457200"/>
          </a:xfrm>
          <a:prstGeom prst="roundRect">
            <a:avLst>
              <a:gd name="adj" fmla="val 10000"/>
            </a:avLst>
          </a:prstGeom>
          <a:solidFill>
            <a:srgbClr val="3A0B12"/>
          </a:solidFill>
          <a:ln w="12700">
            <a:solidFill>
              <a:srgbClr val="3A0B12"/>
            </a:solidFill>
            <a:prstDash val="solid"/>
          </a:ln>
        </p:spPr>
      </p:sp>
      <p:sp>
        <p:nvSpPr>
          <p:cNvPr id="8" name="Text 6"/>
          <p:cNvSpPr txBox="1"/>
          <p:nvPr/>
        </p:nvSpPr>
        <p:spPr>
          <a:xfrm>
            <a:off x="640080" y="2606040"/>
            <a:ext cx="3566160" cy="457200"/>
          </a:xfrm>
          <a:prstGeom prst="rect">
            <a:avLst/>
          </a:prstGeom>
          <a:noFill/>
          <a:ln/>
        </p:spPr>
        <p:txBody>
          <a:bodyPr wrap="square" lIns="0" tIns="0" rIns="0" bIns="0" rtlCol="0" anchor="ctr"/>
          <a:lstStyle/>
          <a:p>
            <a:pPr indent="0" marL="0">
              <a:buNone/>
            </a:pPr>
            <a:r>
              <a:rPr lang="en-US" sz="1350" dirty="0">
                <a:solidFill>
                  <a:srgbClr val="FFFFFF"/>
                </a:solidFill>
                <a:latin typeface="Yu Gothic" pitchFamily="34" charset="0"/>
                <a:ea typeface="Yu Gothic" pitchFamily="34" charset="-122"/>
                <a:cs typeface="Yu Gothic" pitchFamily="34" charset="-120"/>
              </a:rPr>
              <a:t>試合前に整えておく思考と行動</a:t>
            </a:r>
            <a:endParaRPr lang="en-US" sz="1350" dirty="0"/>
          </a:p>
        </p:txBody>
      </p:sp>
      <p:sp>
        <p:nvSpPr>
          <p:cNvPr id="9" name="Shape 7"/>
          <p:cNvSpPr/>
          <p:nvPr/>
        </p:nvSpPr>
        <p:spPr>
          <a:xfrm>
            <a:off x="4480560" y="2606040"/>
            <a:ext cx="3840480" cy="457200"/>
          </a:xfrm>
          <a:prstGeom prst="roundRect">
            <a:avLst>
              <a:gd name="adj" fmla="val 10000"/>
            </a:avLst>
          </a:prstGeom>
          <a:solidFill>
            <a:srgbClr val="3A0B12"/>
          </a:solidFill>
          <a:ln w="12700">
            <a:solidFill>
              <a:srgbClr val="3A0B12"/>
            </a:solidFill>
            <a:prstDash val="solid"/>
          </a:ln>
        </p:spPr>
      </p:sp>
      <p:sp>
        <p:nvSpPr>
          <p:cNvPr id="10" name="Text 8"/>
          <p:cNvSpPr txBox="1"/>
          <p:nvPr/>
        </p:nvSpPr>
        <p:spPr>
          <a:xfrm>
            <a:off x="4663440" y="2606040"/>
            <a:ext cx="3566160" cy="457200"/>
          </a:xfrm>
          <a:prstGeom prst="rect">
            <a:avLst/>
          </a:prstGeom>
          <a:noFill/>
          <a:ln/>
        </p:spPr>
        <p:txBody>
          <a:bodyPr wrap="square" lIns="0" tIns="0" rIns="0" bIns="0" rtlCol="0" anchor="ctr"/>
          <a:lstStyle/>
          <a:p>
            <a:pPr indent="0" marL="0">
              <a:buNone/>
            </a:pPr>
            <a:r>
              <a:rPr lang="en-US" sz="1350" dirty="0">
                <a:solidFill>
                  <a:srgbClr val="FFFFFF"/>
                </a:solidFill>
                <a:latin typeface="Yu Gothic" pitchFamily="34" charset="0"/>
                <a:ea typeface="Yu Gothic" pitchFamily="34" charset="-122"/>
                <a:cs typeface="Yu Gothic" pitchFamily="34" charset="-120"/>
              </a:rPr>
              <a:t>試合当日のルーティン</a:t>
            </a:r>
            <a:endParaRPr lang="en-US" sz="1350" dirty="0"/>
          </a:p>
        </p:txBody>
      </p:sp>
      <p:sp>
        <p:nvSpPr>
          <p:cNvPr id="11" name="Shape 9"/>
          <p:cNvSpPr/>
          <p:nvPr/>
        </p:nvSpPr>
        <p:spPr>
          <a:xfrm>
            <a:off x="457200" y="3154680"/>
            <a:ext cx="3840480" cy="457200"/>
          </a:xfrm>
          <a:prstGeom prst="roundRect">
            <a:avLst>
              <a:gd name="adj" fmla="val 10000"/>
            </a:avLst>
          </a:prstGeom>
          <a:solidFill>
            <a:srgbClr val="3A0B12"/>
          </a:solidFill>
          <a:ln w="12700">
            <a:solidFill>
              <a:srgbClr val="3A0B12"/>
            </a:solidFill>
            <a:prstDash val="solid"/>
          </a:ln>
        </p:spPr>
      </p:sp>
      <p:sp>
        <p:nvSpPr>
          <p:cNvPr id="12" name="Text 10"/>
          <p:cNvSpPr txBox="1"/>
          <p:nvPr/>
        </p:nvSpPr>
        <p:spPr>
          <a:xfrm>
            <a:off x="640080" y="3154680"/>
            <a:ext cx="3566160" cy="457200"/>
          </a:xfrm>
          <a:prstGeom prst="rect">
            <a:avLst/>
          </a:prstGeom>
          <a:noFill/>
          <a:ln/>
        </p:spPr>
        <p:txBody>
          <a:bodyPr wrap="square" lIns="0" tIns="0" rIns="0" bIns="0" rtlCol="0" anchor="ctr"/>
          <a:lstStyle/>
          <a:p>
            <a:pPr indent="0" marL="0">
              <a:buNone/>
            </a:pPr>
            <a:r>
              <a:rPr lang="en-US" sz="1350" dirty="0">
                <a:solidFill>
                  <a:srgbClr val="FFFFFF"/>
                </a:solidFill>
                <a:latin typeface="Yu Gothic" pitchFamily="34" charset="0"/>
                <a:ea typeface="Yu Gothic" pitchFamily="34" charset="-122"/>
                <a:cs typeface="Yu Gothic" pitchFamily="34" charset="-120"/>
              </a:rPr>
              <a:t>重量を前にしたときのセルフトーク</a:t>
            </a:r>
            <a:endParaRPr lang="en-US" sz="1350" dirty="0"/>
          </a:p>
        </p:txBody>
      </p:sp>
      <p:sp>
        <p:nvSpPr>
          <p:cNvPr id="13" name="Shape 11"/>
          <p:cNvSpPr/>
          <p:nvPr/>
        </p:nvSpPr>
        <p:spPr>
          <a:xfrm>
            <a:off x="4480560" y="3154680"/>
            <a:ext cx="3840480" cy="457200"/>
          </a:xfrm>
          <a:prstGeom prst="roundRect">
            <a:avLst>
              <a:gd name="adj" fmla="val 10000"/>
            </a:avLst>
          </a:prstGeom>
          <a:solidFill>
            <a:srgbClr val="3A0B12"/>
          </a:solidFill>
          <a:ln w="12700">
            <a:solidFill>
              <a:srgbClr val="3A0B12"/>
            </a:solidFill>
            <a:prstDash val="solid"/>
          </a:ln>
        </p:spPr>
      </p:sp>
      <p:sp>
        <p:nvSpPr>
          <p:cNvPr id="14" name="Text 12"/>
          <p:cNvSpPr txBox="1"/>
          <p:nvPr/>
        </p:nvSpPr>
        <p:spPr>
          <a:xfrm>
            <a:off x="4663440" y="3154680"/>
            <a:ext cx="3566160" cy="457200"/>
          </a:xfrm>
          <a:prstGeom prst="rect">
            <a:avLst/>
          </a:prstGeom>
          <a:noFill/>
          <a:ln/>
        </p:spPr>
        <p:txBody>
          <a:bodyPr wrap="square" lIns="0" tIns="0" rIns="0" bIns="0" rtlCol="0" anchor="ctr"/>
          <a:lstStyle/>
          <a:p>
            <a:pPr indent="0" marL="0">
              <a:buNone/>
            </a:pPr>
            <a:r>
              <a:rPr lang="en-US" sz="1350" dirty="0">
                <a:solidFill>
                  <a:srgbClr val="FFFFFF"/>
                </a:solidFill>
                <a:latin typeface="Yu Gothic" pitchFamily="34" charset="0"/>
                <a:ea typeface="Yu Gothic" pitchFamily="34" charset="-122"/>
                <a:cs typeface="Yu Gothic" pitchFamily="34" charset="-120"/>
              </a:rPr>
              <a:t>怖くなったときの切り替え方</a:t>
            </a:r>
            <a:endParaRPr lang="en-US" sz="1350" dirty="0"/>
          </a:p>
        </p:txBody>
      </p:sp>
      <p:sp>
        <p:nvSpPr>
          <p:cNvPr id="15" name="Shape 13"/>
          <p:cNvSpPr/>
          <p:nvPr/>
        </p:nvSpPr>
        <p:spPr>
          <a:xfrm>
            <a:off x="457200" y="3703320"/>
            <a:ext cx="3840480" cy="457200"/>
          </a:xfrm>
          <a:prstGeom prst="roundRect">
            <a:avLst>
              <a:gd name="adj" fmla="val 10000"/>
            </a:avLst>
          </a:prstGeom>
          <a:solidFill>
            <a:srgbClr val="3A0B12"/>
          </a:solidFill>
          <a:ln w="12700">
            <a:solidFill>
              <a:srgbClr val="3A0B12"/>
            </a:solidFill>
            <a:prstDash val="solid"/>
          </a:ln>
        </p:spPr>
      </p:sp>
      <p:sp>
        <p:nvSpPr>
          <p:cNvPr id="16" name="Text 14"/>
          <p:cNvSpPr txBox="1"/>
          <p:nvPr/>
        </p:nvSpPr>
        <p:spPr>
          <a:xfrm>
            <a:off x="640080" y="3703320"/>
            <a:ext cx="3566160" cy="457200"/>
          </a:xfrm>
          <a:prstGeom prst="rect">
            <a:avLst/>
          </a:prstGeom>
          <a:noFill/>
          <a:ln/>
        </p:spPr>
        <p:txBody>
          <a:bodyPr wrap="square" lIns="0" tIns="0" rIns="0" bIns="0" rtlCol="0" anchor="ctr"/>
          <a:lstStyle/>
          <a:p>
            <a:pPr indent="0" marL="0">
              <a:buNone/>
            </a:pPr>
            <a:r>
              <a:rPr lang="en-US" sz="1350" dirty="0">
                <a:solidFill>
                  <a:srgbClr val="FFFFFF"/>
                </a:solidFill>
                <a:latin typeface="Yu Gothic" pitchFamily="34" charset="0"/>
                <a:ea typeface="Yu Gothic" pitchFamily="34" charset="-122"/>
                <a:cs typeface="Yu Gothic" pitchFamily="34" charset="-120"/>
              </a:rPr>
              <a:t>失敗した直後のリセット方法</a:t>
            </a:r>
            <a:endParaRPr lang="en-US" sz="1350" dirty="0"/>
          </a:p>
        </p:txBody>
      </p:sp>
      <p:sp>
        <p:nvSpPr>
          <p:cNvPr id="17" name="Shape 15"/>
          <p:cNvSpPr/>
          <p:nvPr/>
        </p:nvSpPr>
        <p:spPr>
          <a:xfrm>
            <a:off x="4480560" y="3703320"/>
            <a:ext cx="3840480" cy="457200"/>
          </a:xfrm>
          <a:prstGeom prst="roundRect">
            <a:avLst>
              <a:gd name="adj" fmla="val 10000"/>
            </a:avLst>
          </a:prstGeom>
          <a:solidFill>
            <a:srgbClr val="3A0B12"/>
          </a:solidFill>
          <a:ln w="12700">
            <a:solidFill>
              <a:srgbClr val="3A0B12"/>
            </a:solidFill>
            <a:prstDash val="solid"/>
          </a:ln>
        </p:spPr>
      </p:sp>
      <p:sp>
        <p:nvSpPr>
          <p:cNvPr id="18" name="Text 16"/>
          <p:cNvSpPr txBox="1"/>
          <p:nvPr/>
        </p:nvSpPr>
        <p:spPr>
          <a:xfrm>
            <a:off x="4663440" y="3703320"/>
            <a:ext cx="3566160" cy="457200"/>
          </a:xfrm>
          <a:prstGeom prst="rect">
            <a:avLst/>
          </a:prstGeom>
          <a:noFill/>
          <a:ln/>
        </p:spPr>
        <p:txBody>
          <a:bodyPr wrap="square" lIns="0" tIns="0" rIns="0" bIns="0" rtlCol="0" anchor="ctr"/>
          <a:lstStyle/>
          <a:p>
            <a:pPr indent="0" marL="0">
              <a:buNone/>
            </a:pPr>
            <a:r>
              <a:rPr lang="en-US" sz="1350" dirty="0">
                <a:solidFill>
                  <a:srgbClr val="FFFFFF"/>
                </a:solidFill>
                <a:latin typeface="Yu Gothic" pitchFamily="34" charset="0"/>
                <a:ea typeface="Yu Gothic" pitchFamily="34" charset="-122"/>
                <a:cs typeface="Yu Gothic" pitchFamily="34" charset="-120"/>
              </a:rPr>
              <a:t>他人の記録や順位との付き合い方</a:t>
            </a:r>
            <a:endParaRPr lang="en-US" sz="1350" dirty="0"/>
          </a:p>
        </p:txBody>
      </p:sp>
      <p:sp>
        <p:nvSpPr>
          <p:cNvPr id="19" name="Shape 17"/>
          <p:cNvSpPr/>
          <p:nvPr/>
        </p:nvSpPr>
        <p:spPr>
          <a:xfrm>
            <a:off x="457200" y="4251960"/>
            <a:ext cx="3840480" cy="457200"/>
          </a:xfrm>
          <a:prstGeom prst="roundRect">
            <a:avLst>
              <a:gd name="adj" fmla="val 10000"/>
            </a:avLst>
          </a:prstGeom>
          <a:solidFill>
            <a:srgbClr val="3A0B12"/>
          </a:solidFill>
          <a:ln w="12700">
            <a:solidFill>
              <a:srgbClr val="3A0B12"/>
            </a:solidFill>
            <a:prstDash val="solid"/>
          </a:ln>
        </p:spPr>
      </p:sp>
      <p:sp>
        <p:nvSpPr>
          <p:cNvPr id="20" name="Text 18"/>
          <p:cNvSpPr txBox="1"/>
          <p:nvPr/>
        </p:nvSpPr>
        <p:spPr>
          <a:xfrm>
            <a:off x="640080" y="4251960"/>
            <a:ext cx="3566160" cy="457200"/>
          </a:xfrm>
          <a:prstGeom prst="rect">
            <a:avLst/>
          </a:prstGeom>
          <a:noFill/>
          <a:ln/>
        </p:spPr>
        <p:txBody>
          <a:bodyPr wrap="square" lIns="0" tIns="0" rIns="0" bIns="0" rtlCol="0" anchor="ctr"/>
          <a:lstStyle/>
          <a:p>
            <a:pPr indent="0" marL="0">
              <a:buNone/>
            </a:pPr>
            <a:r>
              <a:rPr lang="en-US" sz="1350" dirty="0">
                <a:solidFill>
                  <a:srgbClr val="FFFFFF"/>
                </a:solidFill>
                <a:latin typeface="Yu Gothic" pitchFamily="34" charset="0"/>
                <a:ea typeface="Yu Gothic" pitchFamily="34" charset="-122"/>
                <a:cs typeface="Yu Gothic" pitchFamily="34" charset="-120"/>
              </a:rPr>
              <a:t>1・2・3本目それぞれの考え方</a:t>
            </a:r>
            <a:endParaRPr lang="en-US" sz="1350" dirty="0"/>
          </a:p>
        </p:txBody>
      </p:sp>
      <p:sp>
        <p:nvSpPr>
          <p:cNvPr id="21" name="Shape 19"/>
          <p:cNvSpPr/>
          <p:nvPr/>
        </p:nvSpPr>
        <p:spPr>
          <a:xfrm>
            <a:off x="4480560" y="4251960"/>
            <a:ext cx="3840480" cy="457200"/>
          </a:xfrm>
          <a:prstGeom prst="roundRect">
            <a:avLst>
              <a:gd name="adj" fmla="val 10000"/>
            </a:avLst>
          </a:prstGeom>
          <a:solidFill>
            <a:srgbClr val="3A0B12"/>
          </a:solidFill>
          <a:ln w="12700">
            <a:solidFill>
              <a:srgbClr val="3A0B12"/>
            </a:solidFill>
            <a:prstDash val="solid"/>
          </a:ln>
        </p:spPr>
      </p:sp>
      <p:sp>
        <p:nvSpPr>
          <p:cNvPr id="22" name="Text 20"/>
          <p:cNvSpPr txBox="1"/>
          <p:nvPr/>
        </p:nvSpPr>
        <p:spPr>
          <a:xfrm>
            <a:off x="4663440" y="4251960"/>
            <a:ext cx="3566160" cy="457200"/>
          </a:xfrm>
          <a:prstGeom prst="rect">
            <a:avLst/>
          </a:prstGeom>
          <a:noFill/>
          <a:ln/>
        </p:spPr>
        <p:txBody>
          <a:bodyPr wrap="square" lIns="0" tIns="0" rIns="0" bIns="0" rtlCol="0" anchor="ctr"/>
          <a:lstStyle/>
          <a:p>
            <a:pPr indent="0" marL="0">
              <a:buNone/>
            </a:pPr>
            <a:r>
              <a:rPr lang="en-US" sz="1350" dirty="0">
                <a:solidFill>
                  <a:srgbClr val="FFFFFF"/>
                </a:solidFill>
                <a:latin typeface="Yu Gothic" pitchFamily="34" charset="0"/>
                <a:ea typeface="Yu Gothic" pitchFamily="34" charset="-122"/>
                <a:cs typeface="Yu Gothic" pitchFamily="34" charset="-120"/>
              </a:rPr>
              <a:t>ここぞの一本で使う「自分のスイッチ」</a:t>
            </a:r>
            <a:endParaRPr lang="en-US" sz="1350" dirty="0"/>
          </a:p>
        </p:txBody>
      </p:sp>
      <p:sp>
        <p:nvSpPr>
          <p:cNvPr id="23" name="Text 21"/>
          <p:cNvSpPr txBox="1"/>
          <p:nvPr/>
        </p:nvSpPr>
        <p:spPr>
          <a:xfrm>
            <a:off x="457200" y="4864608"/>
            <a:ext cx="7498080" cy="320040"/>
          </a:xfrm>
          <a:prstGeom prst="rect">
            <a:avLst/>
          </a:prstGeom>
          <a:noFill/>
          <a:ln/>
        </p:spPr>
        <p:txBody>
          <a:bodyPr wrap="square" lIns="0" tIns="0" rIns="0" bIns="0" rtlCol="0" anchor="ctr"/>
          <a:lstStyle/>
          <a:p>
            <a:pPr indent="0" marL="0">
              <a:buNone/>
            </a:pPr>
            <a:r>
              <a:rPr lang="en-US" sz="1400" dirty="0">
                <a:solidFill>
                  <a:srgbClr val="F0B9C3"/>
                </a:solidFill>
                <a:latin typeface="Yu Gothic" pitchFamily="34" charset="0"/>
                <a:ea typeface="Yu Gothic" pitchFamily="34" charset="-122"/>
                <a:cs typeface="Yu Gothic" pitchFamily="34" charset="-120"/>
              </a:rPr>
              <a:t>正解を押しつけるのではなく、あなた自身の勝負の型を一緒につくります。</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540E19"/>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F0B9C3"/>
                </a:solidFill>
                <a:latin typeface="Yu Gothic" pitchFamily="34" charset="0"/>
                <a:ea typeface="Yu Gothic" pitchFamily="34" charset="-122"/>
                <a:cs typeface="Yu Gothic" pitchFamily="34" charset="-120"/>
              </a:rPr>
              <a:t>PHASE 7　講座のご案内</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8A6870"/>
                </a:solidFill>
                <a:latin typeface="Yu Gothic" pitchFamily="34" charset="0"/>
                <a:ea typeface="Yu Gothic" pitchFamily="34" charset="-122"/>
                <a:cs typeface="Yu Gothic" pitchFamily="34" charset="-120"/>
              </a:rPr>
              <a:t>35</a:t>
            </a:r>
            <a:endParaRPr lang="en-US" sz="1100" dirty="0"/>
          </a:p>
        </p:txBody>
      </p:sp>
      <p:sp>
        <p:nvSpPr>
          <p:cNvPr id="4" name="Text 2"/>
          <p:cNvSpPr txBox="1"/>
          <p:nvPr/>
        </p:nvSpPr>
        <p:spPr>
          <a:xfrm>
            <a:off x="457200" y="868680"/>
            <a:ext cx="8138160" cy="1188720"/>
          </a:xfrm>
          <a:prstGeom prst="rect">
            <a:avLst/>
          </a:prstGeom>
          <a:noFill/>
          <a:ln/>
        </p:spPr>
        <p:txBody>
          <a:bodyPr wrap="square" lIns="0" tIns="0" rIns="0" bIns="0" rtlCol="0" anchor="t"/>
          <a:lstStyle/>
          <a:p>
            <a:pPr algn="l" indent="0" marL="0">
              <a:lnSpc>
                <a:spcPts val="3480"/>
              </a:lnSpc>
              <a:buNone/>
            </a:pPr>
            <a:r>
              <a:rPr lang="en-US" sz="2400" b="1" dirty="0">
                <a:solidFill>
                  <a:srgbClr val="F0B9C3"/>
                </a:solidFill>
                <a:latin typeface="Yu Mincho" pitchFamily="34" charset="0"/>
                <a:ea typeface="Yu Mincho" pitchFamily="34" charset="-122"/>
                <a:cs typeface="Yu Mincho" pitchFamily="34" charset="-120"/>
              </a:rPr>
              <a:t>最終的に目指すのは</a:t>
            </a:r>
            <a:endParaRPr lang="en-US" sz="2400" dirty="0"/>
          </a:p>
        </p:txBody>
      </p:sp>
      <p:sp>
        <p:nvSpPr>
          <p:cNvPr id="5" name="Text 3"/>
          <p:cNvSpPr txBox="1"/>
          <p:nvPr/>
        </p:nvSpPr>
        <p:spPr>
          <a:xfrm>
            <a:off x="457200" y="1371600"/>
            <a:ext cx="7863840" cy="548640"/>
          </a:xfrm>
          <a:prstGeom prst="rect">
            <a:avLst/>
          </a:prstGeom>
          <a:noFill/>
          <a:ln/>
        </p:spPr>
        <p:txBody>
          <a:bodyPr wrap="square" lIns="0" tIns="0" rIns="0" bIns="0" rtlCol="0" anchor="ctr"/>
          <a:lstStyle/>
          <a:p>
            <a:pPr indent="0" marL="0">
              <a:buNone/>
            </a:pPr>
            <a:r>
              <a:rPr lang="en-US" sz="2200" dirty="0">
                <a:solidFill>
                  <a:srgbClr val="E8D3D7"/>
                </a:solidFill>
                <a:latin typeface="Yu Gothic" pitchFamily="34" charset="0"/>
                <a:ea typeface="Yu Gothic" pitchFamily="34" charset="-122"/>
                <a:cs typeface="Yu Gothic" pitchFamily="34" charset="-120"/>
              </a:rPr>
              <a:t>「怖くならない自分」ではありません。</a:t>
            </a:r>
            <a:endParaRPr lang="en-US" sz="2200" dirty="0"/>
          </a:p>
        </p:txBody>
      </p:sp>
      <p:sp>
        <p:nvSpPr>
          <p:cNvPr id="6" name="Text 4"/>
          <p:cNvSpPr txBox="1"/>
          <p:nvPr/>
        </p:nvSpPr>
        <p:spPr>
          <a:xfrm>
            <a:off x="457200" y="2057400"/>
            <a:ext cx="7863840" cy="1188720"/>
          </a:xfrm>
          <a:prstGeom prst="rect">
            <a:avLst/>
          </a:prstGeom>
          <a:noFill/>
          <a:ln/>
        </p:spPr>
        <p:txBody>
          <a:bodyPr wrap="square" lIns="0" tIns="0" rIns="0" bIns="0" rtlCol="0" anchor="ctr"/>
          <a:lstStyle/>
          <a:p>
            <a:pPr indent="0" marL="0">
              <a:lnSpc>
                <a:spcPts val="4200"/>
              </a:lnSpc>
              <a:buNone/>
            </a:pPr>
            <a:r>
              <a:rPr lang="en-US" sz="2700" b="1" dirty="0">
                <a:solidFill>
                  <a:srgbClr val="FFFFFF"/>
                </a:solidFill>
                <a:latin typeface="Yu Mincho" pitchFamily="34" charset="0"/>
                <a:ea typeface="Yu Mincho" pitchFamily="34" charset="-122"/>
                <a:cs typeface="Yu Mincho" pitchFamily="34" charset="-120"/>
              </a:rPr>
              <a:t>怖くても、迷っても、</a:t>
            </a:r>
            <a:endParaRPr lang="en-US" sz="2700" dirty="0"/>
          </a:p>
          <a:p>
            <a:pPr indent="0" marL="0">
              <a:lnSpc>
                <a:spcPts val="4200"/>
              </a:lnSpc>
              <a:buNone/>
            </a:pPr>
            <a:r>
              <a:rPr lang="en-US" sz="2700" b="1" dirty="0">
                <a:solidFill>
                  <a:srgbClr val="FFFFFF"/>
                </a:solidFill>
                <a:latin typeface="Yu Mincho" pitchFamily="34" charset="0"/>
                <a:ea typeface="Yu Mincho" pitchFamily="34" charset="-122"/>
                <a:cs typeface="Yu Mincho" pitchFamily="34" charset="-120"/>
              </a:rPr>
              <a:t>自分を戻せる選手になる。</a:t>
            </a:r>
            <a:endParaRPr lang="en-US" sz="2700" dirty="0"/>
          </a:p>
        </p:txBody>
      </p:sp>
      <p:sp>
        <p:nvSpPr>
          <p:cNvPr id="7" name="Shape 5"/>
          <p:cNvSpPr/>
          <p:nvPr/>
        </p:nvSpPr>
        <p:spPr>
          <a:xfrm>
            <a:off x="457200" y="3611880"/>
            <a:ext cx="7863840" cy="868680"/>
          </a:xfrm>
          <a:prstGeom prst="roundRect">
            <a:avLst>
              <a:gd name="adj" fmla="val 8421"/>
            </a:avLst>
          </a:prstGeom>
          <a:solidFill>
            <a:srgbClr val="A02236"/>
          </a:solidFill>
          <a:ln w="12700">
            <a:solidFill>
              <a:srgbClr val="A02236"/>
            </a:solidFill>
            <a:prstDash val="solid"/>
          </a:ln>
        </p:spPr>
      </p:sp>
      <p:sp>
        <p:nvSpPr>
          <p:cNvPr id="8" name="Text 6"/>
          <p:cNvSpPr txBox="1"/>
          <p:nvPr/>
        </p:nvSpPr>
        <p:spPr>
          <a:xfrm>
            <a:off x="822960" y="3611880"/>
            <a:ext cx="7406640" cy="868680"/>
          </a:xfrm>
          <a:prstGeom prst="rect">
            <a:avLst/>
          </a:prstGeom>
          <a:noFill/>
          <a:ln/>
        </p:spPr>
        <p:txBody>
          <a:bodyPr wrap="square" lIns="0" tIns="0" rIns="0" bIns="0" rtlCol="0" anchor="ctr"/>
          <a:lstStyle/>
          <a:p>
            <a:pPr indent="0" marL="0">
              <a:buNone/>
            </a:pPr>
            <a:r>
              <a:rPr lang="en-US" sz="2000" b="1" dirty="0">
                <a:solidFill>
                  <a:srgbClr val="FFFFFF"/>
                </a:solidFill>
                <a:latin typeface="Yu Gothic" pitchFamily="34" charset="0"/>
                <a:ea typeface="Yu Gothic" pitchFamily="34" charset="-122"/>
                <a:cs typeface="Yu Gothic" pitchFamily="34" charset="-120"/>
              </a:rPr>
              <a:t>そして「試合が楽しみです」と言える選手へ。</a:t>
            </a:r>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7　講座のご案内</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36</a:t>
            </a:r>
            <a:endParaRPr lang="en-US" sz="1100" dirty="0"/>
          </a:p>
        </p:txBody>
      </p:sp>
      <p:sp>
        <p:nvSpPr>
          <p:cNvPr id="4" name="Text 2"/>
          <p:cNvSpPr txBox="1"/>
          <p:nvPr/>
        </p:nvSpPr>
        <p:spPr>
          <a:xfrm>
            <a:off x="457200" y="914400"/>
            <a:ext cx="8138160" cy="1188720"/>
          </a:xfrm>
          <a:prstGeom prst="rect">
            <a:avLst/>
          </a:prstGeom>
          <a:noFill/>
          <a:ln/>
        </p:spPr>
        <p:txBody>
          <a:bodyPr wrap="square" lIns="0" tIns="0" rIns="0" bIns="0" rtlCol="0" anchor="t"/>
          <a:lstStyle/>
          <a:p>
            <a:pPr algn="l" indent="0" marL="0">
              <a:lnSpc>
                <a:spcPts val="3770"/>
              </a:lnSpc>
              <a:buNone/>
            </a:pPr>
            <a:r>
              <a:rPr lang="en-US" sz="2600" b="1" dirty="0">
                <a:solidFill>
                  <a:srgbClr val="6B6360"/>
                </a:solidFill>
                <a:latin typeface="Yu Mincho" pitchFamily="34" charset="0"/>
                <a:ea typeface="Yu Mincho" pitchFamily="34" charset="-122"/>
                <a:cs typeface="Yu Mincho" pitchFamily="34" charset="-120"/>
              </a:rPr>
              <a:t>受講料</a:t>
            </a:r>
            <a:endParaRPr lang="en-US" sz="2600" dirty="0"/>
          </a:p>
        </p:txBody>
      </p:sp>
      <p:sp>
        <p:nvSpPr>
          <p:cNvPr id="5" name="Text 3"/>
          <p:cNvSpPr txBox="1"/>
          <p:nvPr/>
        </p:nvSpPr>
        <p:spPr>
          <a:xfrm>
            <a:off x="457200" y="1463040"/>
            <a:ext cx="7863840" cy="1371600"/>
          </a:xfrm>
          <a:prstGeom prst="rect">
            <a:avLst/>
          </a:prstGeom>
          <a:noFill/>
          <a:ln/>
        </p:spPr>
        <p:txBody>
          <a:bodyPr wrap="square" lIns="0" tIns="0" rIns="0" bIns="0" rtlCol="0" anchor="b"/>
          <a:lstStyle/>
          <a:p>
            <a:pPr indent="0" marL="0">
              <a:buNone/>
            </a:pPr>
            <a:r>
              <a:rPr lang="en-US" sz="8200" b="1" dirty="0">
                <a:solidFill>
                  <a:srgbClr val="7A1524"/>
                </a:solidFill>
                <a:latin typeface="Yu Mincho" pitchFamily="34" charset="0"/>
                <a:ea typeface="Yu Mincho" pitchFamily="34" charset="-122"/>
                <a:cs typeface="Yu Mincho" pitchFamily="34" charset="-120"/>
              </a:rPr>
              <a:t>98,000</a:t>
            </a:r>
            <a:pPr indent="0" marL="0">
              <a:buNone/>
            </a:pPr>
            <a:r>
              <a:rPr lang="en-US" sz="2400" b="1" dirty="0">
                <a:solidFill>
                  <a:srgbClr val="7A1524"/>
                </a:solidFill>
                <a:latin typeface="Yu Mincho" pitchFamily="34" charset="0"/>
                <a:ea typeface="Yu Mincho" pitchFamily="34" charset="-122"/>
                <a:cs typeface="Yu Mincho" pitchFamily="34" charset="-120"/>
              </a:rPr>
              <a:t>　円（税込）</a:t>
            </a:r>
            <a:endParaRPr lang="en-US" sz="8200" dirty="0"/>
          </a:p>
        </p:txBody>
      </p:sp>
      <p:sp>
        <p:nvSpPr>
          <p:cNvPr id="6" name="Shape 4"/>
          <p:cNvSpPr/>
          <p:nvPr/>
        </p:nvSpPr>
        <p:spPr>
          <a:xfrm>
            <a:off x="457200" y="3200400"/>
            <a:ext cx="1920240" cy="658368"/>
          </a:xfrm>
          <a:prstGeom prst="roundRect">
            <a:avLst>
              <a:gd name="adj" fmla="val 50000"/>
            </a:avLst>
          </a:prstGeom>
          <a:solidFill>
            <a:srgbClr val="FAF3F4"/>
          </a:solidFill>
          <a:ln w="12700">
            <a:solidFill>
              <a:srgbClr val="FAF3F4"/>
            </a:solidFill>
            <a:prstDash val="solid"/>
          </a:ln>
        </p:spPr>
      </p:sp>
      <p:sp>
        <p:nvSpPr>
          <p:cNvPr id="7" name="Text 5"/>
          <p:cNvSpPr txBox="1"/>
          <p:nvPr/>
        </p:nvSpPr>
        <p:spPr>
          <a:xfrm>
            <a:off x="457200" y="3200400"/>
            <a:ext cx="1920240" cy="658368"/>
          </a:xfrm>
          <a:prstGeom prst="rect">
            <a:avLst/>
          </a:prstGeom>
          <a:noFill/>
          <a:ln/>
        </p:spPr>
        <p:txBody>
          <a:bodyPr wrap="square" lIns="0" tIns="0" rIns="0" bIns="0" rtlCol="0" anchor="ctr"/>
          <a:lstStyle/>
          <a:p>
            <a:pPr algn="ctr" indent="0" marL="0">
              <a:buNone/>
            </a:pPr>
            <a:r>
              <a:rPr lang="en-US" sz="1700" b="1" dirty="0">
                <a:solidFill>
                  <a:srgbClr val="7A1524"/>
                </a:solidFill>
                <a:latin typeface="Yu Gothic" pitchFamily="34" charset="0"/>
                <a:ea typeface="Yu Gothic" pitchFamily="34" charset="-122"/>
                <a:cs typeface="Yu Gothic" pitchFamily="34" charset="-120"/>
              </a:rPr>
              <a:t>3か月</a:t>
            </a:r>
            <a:endParaRPr lang="en-US" sz="1700" dirty="0"/>
          </a:p>
        </p:txBody>
      </p:sp>
      <p:sp>
        <p:nvSpPr>
          <p:cNvPr id="8" name="Shape 6"/>
          <p:cNvSpPr/>
          <p:nvPr/>
        </p:nvSpPr>
        <p:spPr>
          <a:xfrm>
            <a:off x="2560320" y="3200400"/>
            <a:ext cx="1920240" cy="658368"/>
          </a:xfrm>
          <a:prstGeom prst="roundRect">
            <a:avLst>
              <a:gd name="adj" fmla="val 50000"/>
            </a:avLst>
          </a:prstGeom>
          <a:solidFill>
            <a:srgbClr val="FAF3F4"/>
          </a:solidFill>
          <a:ln w="12700">
            <a:solidFill>
              <a:srgbClr val="FAF3F4"/>
            </a:solidFill>
            <a:prstDash val="solid"/>
          </a:ln>
        </p:spPr>
      </p:sp>
      <p:sp>
        <p:nvSpPr>
          <p:cNvPr id="9" name="Text 7"/>
          <p:cNvSpPr txBox="1"/>
          <p:nvPr/>
        </p:nvSpPr>
        <p:spPr>
          <a:xfrm>
            <a:off x="2560320" y="3200400"/>
            <a:ext cx="1920240" cy="658368"/>
          </a:xfrm>
          <a:prstGeom prst="rect">
            <a:avLst/>
          </a:prstGeom>
          <a:noFill/>
          <a:ln/>
        </p:spPr>
        <p:txBody>
          <a:bodyPr wrap="square" lIns="0" tIns="0" rIns="0" bIns="0" rtlCol="0" anchor="ctr"/>
          <a:lstStyle/>
          <a:p>
            <a:pPr algn="ctr" indent="0" marL="0">
              <a:buNone/>
            </a:pPr>
            <a:r>
              <a:rPr lang="en-US" sz="1700" b="1" dirty="0">
                <a:solidFill>
                  <a:srgbClr val="7A1524"/>
                </a:solidFill>
                <a:latin typeface="Yu Gothic" pitchFamily="34" charset="0"/>
                <a:ea typeface="Yu Gothic" pitchFamily="34" charset="-122"/>
                <a:cs typeface="Yu Gothic" pitchFamily="34" charset="-120"/>
              </a:rPr>
              <a:t>最大10回</a:t>
            </a:r>
            <a:endParaRPr lang="en-US" sz="1700" dirty="0"/>
          </a:p>
        </p:txBody>
      </p:sp>
      <p:sp>
        <p:nvSpPr>
          <p:cNvPr id="10" name="Shape 8"/>
          <p:cNvSpPr/>
          <p:nvPr/>
        </p:nvSpPr>
        <p:spPr>
          <a:xfrm>
            <a:off x="4663440" y="3200400"/>
            <a:ext cx="1920240" cy="658368"/>
          </a:xfrm>
          <a:prstGeom prst="roundRect">
            <a:avLst>
              <a:gd name="adj" fmla="val 50000"/>
            </a:avLst>
          </a:prstGeom>
          <a:solidFill>
            <a:srgbClr val="FAF3F4"/>
          </a:solidFill>
          <a:ln w="12700">
            <a:solidFill>
              <a:srgbClr val="FAF3F4"/>
            </a:solidFill>
            <a:prstDash val="solid"/>
          </a:ln>
        </p:spPr>
      </p:sp>
      <p:sp>
        <p:nvSpPr>
          <p:cNvPr id="11" name="Text 9"/>
          <p:cNvSpPr txBox="1"/>
          <p:nvPr/>
        </p:nvSpPr>
        <p:spPr>
          <a:xfrm>
            <a:off x="4663440" y="3200400"/>
            <a:ext cx="1920240" cy="658368"/>
          </a:xfrm>
          <a:prstGeom prst="rect">
            <a:avLst/>
          </a:prstGeom>
          <a:noFill/>
          <a:ln/>
        </p:spPr>
        <p:txBody>
          <a:bodyPr wrap="square" lIns="0" tIns="0" rIns="0" bIns="0" rtlCol="0" anchor="ctr"/>
          <a:lstStyle/>
          <a:p>
            <a:pPr algn="ctr" indent="0" marL="0">
              <a:buNone/>
            </a:pPr>
            <a:r>
              <a:rPr lang="en-US" sz="1700" b="1" dirty="0">
                <a:solidFill>
                  <a:srgbClr val="7A1524"/>
                </a:solidFill>
                <a:latin typeface="Yu Gothic" pitchFamily="34" charset="0"/>
                <a:ea typeface="Yu Gothic" pitchFamily="34" charset="-122"/>
                <a:cs typeface="Yu Gothic" pitchFamily="34" charset="-120"/>
              </a:rPr>
              <a:t>1回60分</a:t>
            </a:r>
            <a:endParaRPr lang="en-US" sz="1700" dirty="0"/>
          </a:p>
        </p:txBody>
      </p:sp>
      <p:sp>
        <p:nvSpPr>
          <p:cNvPr id="12" name="Shape 10"/>
          <p:cNvSpPr/>
          <p:nvPr/>
        </p:nvSpPr>
        <p:spPr>
          <a:xfrm>
            <a:off x="6766560" y="3200400"/>
            <a:ext cx="1920240" cy="658368"/>
          </a:xfrm>
          <a:prstGeom prst="roundRect">
            <a:avLst>
              <a:gd name="adj" fmla="val 50000"/>
            </a:avLst>
          </a:prstGeom>
          <a:solidFill>
            <a:srgbClr val="FAF3F4"/>
          </a:solidFill>
          <a:ln w="12700">
            <a:solidFill>
              <a:srgbClr val="FAF3F4"/>
            </a:solidFill>
            <a:prstDash val="solid"/>
          </a:ln>
        </p:spPr>
      </p:sp>
      <p:sp>
        <p:nvSpPr>
          <p:cNvPr id="13" name="Text 11"/>
          <p:cNvSpPr txBox="1"/>
          <p:nvPr/>
        </p:nvSpPr>
        <p:spPr>
          <a:xfrm>
            <a:off x="6766560" y="3200400"/>
            <a:ext cx="1920240" cy="658368"/>
          </a:xfrm>
          <a:prstGeom prst="rect">
            <a:avLst/>
          </a:prstGeom>
          <a:noFill/>
          <a:ln/>
        </p:spPr>
        <p:txBody>
          <a:bodyPr wrap="square" lIns="0" tIns="0" rIns="0" bIns="0" rtlCol="0" anchor="ctr"/>
          <a:lstStyle/>
          <a:p>
            <a:pPr algn="ctr" indent="0" marL="0">
              <a:buNone/>
            </a:pPr>
            <a:r>
              <a:rPr lang="en-US" sz="1700" b="1" dirty="0">
                <a:solidFill>
                  <a:srgbClr val="7A1524"/>
                </a:solidFill>
                <a:latin typeface="Yu Gothic" pitchFamily="34" charset="0"/>
                <a:ea typeface="Yu Gothic" pitchFamily="34" charset="-122"/>
                <a:cs typeface="Yu Gothic" pitchFamily="34" charset="-120"/>
              </a:rPr>
              <a:t>完全1対1</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7　講座のご案内</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37</a:t>
            </a:r>
            <a:endParaRPr lang="en-US" sz="1100" dirty="0"/>
          </a:p>
        </p:txBody>
      </p:sp>
      <p:sp>
        <p:nvSpPr>
          <p:cNvPr id="4" name="Text 2"/>
          <p:cNvSpPr txBox="1"/>
          <p:nvPr/>
        </p:nvSpPr>
        <p:spPr>
          <a:xfrm>
            <a:off x="457200" y="777240"/>
            <a:ext cx="8138160" cy="1188720"/>
          </a:xfrm>
          <a:prstGeom prst="rect">
            <a:avLst/>
          </a:prstGeom>
          <a:noFill/>
          <a:ln/>
        </p:spPr>
        <p:txBody>
          <a:bodyPr wrap="square" lIns="0" tIns="0" rIns="0" bIns="0" rtlCol="0" anchor="t"/>
          <a:lstStyle/>
          <a:p>
            <a:pPr algn="l" indent="0" marL="0">
              <a:lnSpc>
                <a:spcPts val="4785"/>
              </a:lnSpc>
              <a:buNone/>
            </a:pPr>
            <a:r>
              <a:rPr lang="en-US" sz="3300" b="1" dirty="0">
                <a:solidFill>
                  <a:srgbClr val="141416"/>
                </a:solidFill>
                <a:latin typeface="Yu Mincho" pitchFamily="34" charset="0"/>
                <a:ea typeface="Yu Mincho" pitchFamily="34" charset="-122"/>
                <a:cs typeface="Yu Mincho" pitchFamily="34" charset="-120"/>
              </a:rPr>
              <a:t>一人ひとり、中身が違います</a:t>
            </a:r>
            <a:endParaRPr lang="en-US" sz="3300" dirty="0"/>
          </a:p>
        </p:txBody>
      </p:sp>
      <p:sp>
        <p:nvSpPr>
          <p:cNvPr id="5" name="Text 3"/>
          <p:cNvSpPr txBox="1"/>
          <p:nvPr/>
        </p:nvSpPr>
        <p:spPr>
          <a:xfrm>
            <a:off x="457200" y="1737360"/>
            <a:ext cx="7863840" cy="411480"/>
          </a:xfrm>
          <a:prstGeom prst="rect">
            <a:avLst/>
          </a:prstGeom>
          <a:noFill/>
          <a:ln/>
        </p:spPr>
        <p:txBody>
          <a:bodyPr wrap="square" lIns="0" tIns="0" rIns="0" bIns="0" rtlCol="0" anchor="ctr"/>
          <a:lstStyle/>
          <a:p>
            <a:pPr indent="0" marL="0">
              <a:buNone/>
            </a:pPr>
            <a:r>
              <a:rPr lang="en-US" sz="1700" dirty="0">
                <a:solidFill>
                  <a:srgbClr val="3B3634"/>
                </a:solidFill>
                <a:latin typeface="Yu Gothic" pitchFamily="34" charset="0"/>
                <a:ea typeface="Yu Gothic" pitchFamily="34" charset="-122"/>
                <a:cs typeface="Yu Gothic" pitchFamily="34" charset="-120"/>
              </a:rPr>
              <a:t>たくさんの方へ一斉に教える講座ではありません。次の5つを見て、組み立てます。</a:t>
            </a:r>
            <a:endParaRPr lang="en-US" sz="1700" dirty="0"/>
          </a:p>
        </p:txBody>
      </p:sp>
      <p:sp>
        <p:nvSpPr>
          <p:cNvPr id="6" name="Text 4"/>
          <p:cNvSpPr txBox="1"/>
          <p:nvPr/>
        </p:nvSpPr>
        <p:spPr>
          <a:xfrm>
            <a:off x="640080" y="2240280"/>
            <a:ext cx="7680960" cy="1554480"/>
          </a:xfrm>
          <a:prstGeom prst="rect">
            <a:avLst/>
          </a:prstGeom>
          <a:noFill/>
          <a:ln/>
        </p:spPr>
        <p:txBody>
          <a:bodyPr wrap="square" lIns="0" tIns="0" rIns="0" bIns="0" rtlCol="0" anchor="ctr"/>
          <a:lstStyle/>
          <a:p>
            <a:pPr marL="342900" indent="-342900">
              <a:spcAft>
                <a:spcPts val="600"/>
              </a:spcAft>
              <a:buSzPct val="100000"/>
              <a:buChar char="•"/>
            </a:pPr>
            <a:r>
              <a:rPr lang="en-US" sz="1800" dirty="0">
                <a:solidFill>
                  <a:srgbClr val="3B3634"/>
                </a:solidFill>
                <a:latin typeface="Yu Gothic" pitchFamily="34" charset="0"/>
                <a:ea typeface="Yu Gothic" pitchFamily="34" charset="-122"/>
                <a:cs typeface="Yu Gothic" pitchFamily="34" charset="-120"/>
              </a:rPr>
              <a:t>次の大会</a:t>
            </a:r>
            <a:endParaRPr lang="en-US" sz="1800" dirty="0"/>
          </a:p>
          <a:p>
            <a:pPr marL="342900" indent="-342900">
              <a:spcAft>
                <a:spcPts val="600"/>
              </a:spcAft>
              <a:buSzPct val="100000"/>
              <a:buChar char="•"/>
            </a:pPr>
            <a:r>
              <a:rPr lang="en-US" sz="1800" dirty="0">
                <a:solidFill>
                  <a:srgbClr val="3B3634"/>
                </a:solidFill>
                <a:latin typeface="Yu Gothic" pitchFamily="34" charset="0"/>
                <a:ea typeface="Yu Gothic" pitchFamily="34" charset="-122"/>
                <a:cs typeface="Yu Gothic" pitchFamily="34" charset="-120"/>
              </a:rPr>
              <a:t>取りたい記録</a:t>
            </a:r>
            <a:endParaRPr lang="en-US" sz="1800" dirty="0"/>
          </a:p>
          <a:p>
            <a:pPr marL="342900" indent="-342900">
              <a:spcAft>
                <a:spcPts val="600"/>
              </a:spcAft>
              <a:buSzPct val="100000"/>
              <a:buChar char="•"/>
            </a:pPr>
            <a:r>
              <a:rPr lang="en-US" sz="1800" dirty="0">
                <a:solidFill>
                  <a:srgbClr val="3B3634"/>
                </a:solidFill>
                <a:latin typeface="Yu Gothic" pitchFamily="34" charset="0"/>
                <a:ea typeface="Yu Gothic" pitchFamily="34" charset="-122"/>
                <a:cs typeface="Yu Gothic" pitchFamily="34" charset="-120"/>
              </a:rPr>
              <a:t>過去の試合</a:t>
            </a:r>
            <a:endParaRPr lang="en-US" sz="1800" dirty="0"/>
          </a:p>
          <a:p>
            <a:pPr marL="342900" indent="-342900">
              <a:spcAft>
                <a:spcPts val="600"/>
              </a:spcAft>
              <a:buSzPct val="100000"/>
              <a:buChar char="•"/>
            </a:pPr>
            <a:r>
              <a:rPr lang="en-US" sz="1800" dirty="0">
                <a:solidFill>
                  <a:srgbClr val="3B3634"/>
                </a:solidFill>
                <a:latin typeface="Yu Gothic" pitchFamily="34" charset="0"/>
                <a:ea typeface="Yu Gothic" pitchFamily="34" charset="-122"/>
                <a:cs typeface="Yu Gothic" pitchFamily="34" charset="-120"/>
              </a:rPr>
              <a:t>考え方の特徴</a:t>
            </a:r>
            <a:endParaRPr lang="en-US" sz="1800" dirty="0"/>
          </a:p>
          <a:p>
            <a:pPr marL="342900" indent="-342900">
              <a:spcAft>
                <a:spcPts val="600"/>
              </a:spcAft>
              <a:buSzPct val="100000"/>
              <a:buChar char="•"/>
            </a:pPr>
            <a:r>
              <a:rPr lang="en-US" sz="1800" dirty="0">
                <a:solidFill>
                  <a:srgbClr val="3B3634"/>
                </a:solidFill>
                <a:latin typeface="Yu Gothic" pitchFamily="34" charset="0"/>
                <a:ea typeface="Yu Gothic" pitchFamily="34" charset="-122"/>
                <a:cs typeface="Yu Gothic" pitchFamily="34" charset="-120"/>
              </a:rPr>
              <a:t>その人に必要なメンタルスキル</a:t>
            </a:r>
            <a:endParaRPr lang="en-US" sz="1800" dirty="0"/>
          </a:p>
        </p:txBody>
      </p:sp>
      <p:sp>
        <p:nvSpPr>
          <p:cNvPr id="7" name="Shape 5"/>
          <p:cNvSpPr/>
          <p:nvPr/>
        </p:nvSpPr>
        <p:spPr>
          <a:xfrm>
            <a:off x="457200" y="3931920"/>
            <a:ext cx="7863840" cy="685800"/>
          </a:xfrm>
          <a:prstGeom prst="roundRect">
            <a:avLst>
              <a:gd name="adj" fmla="val 10667"/>
            </a:avLst>
          </a:prstGeom>
          <a:solidFill>
            <a:srgbClr val="540E19"/>
          </a:solidFill>
          <a:ln w="12700">
            <a:solidFill>
              <a:srgbClr val="540E19"/>
            </a:solidFill>
            <a:prstDash val="solid"/>
          </a:ln>
        </p:spPr>
      </p:sp>
      <p:sp>
        <p:nvSpPr>
          <p:cNvPr id="8" name="Text 6"/>
          <p:cNvSpPr txBox="1"/>
          <p:nvPr/>
        </p:nvSpPr>
        <p:spPr>
          <a:xfrm>
            <a:off x="822960" y="3931920"/>
            <a:ext cx="7406640" cy="68580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一人ひとりを把握し、じっくり関わりたいから。</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8　クロージング</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38</a:t>
            </a:r>
            <a:endParaRPr lang="en-US" sz="1100" dirty="0"/>
          </a:p>
        </p:txBody>
      </p:sp>
      <p:sp>
        <p:nvSpPr>
          <p:cNvPr id="4" name="Text 2"/>
          <p:cNvSpPr txBox="1"/>
          <p:nvPr/>
        </p:nvSpPr>
        <p:spPr>
          <a:xfrm>
            <a:off x="457200" y="777240"/>
            <a:ext cx="8138160" cy="1188720"/>
          </a:xfrm>
          <a:prstGeom prst="rect">
            <a:avLst/>
          </a:prstGeom>
          <a:noFill/>
          <a:ln/>
        </p:spPr>
        <p:txBody>
          <a:bodyPr wrap="square" lIns="0" tIns="0" rIns="0" bIns="0" rtlCol="0" anchor="t"/>
          <a:lstStyle/>
          <a:p>
            <a:pPr algn="l" indent="0" marL="0">
              <a:lnSpc>
                <a:spcPts val="4785"/>
              </a:lnSpc>
              <a:buNone/>
            </a:pPr>
            <a:r>
              <a:rPr lang="en-US" sz="3300" b="1" dirty="0">
                <a:solidFill>
                  <a:srgbClr val="141416"/>
                </a:solidFill>
                <a:latin typeface="Yu Mincho" pitchFamily="34" charset="0"/>
                <a:ea typeface="Yu Mincho" pitchFamily="34" charset="-122"/>
                <a:cs typeface="Yu Mincho" pitchFamily="34" charset="-120"/>
              </a:rPr>
              <a:t>今日、決めなくて大丈夫です</a:t>
            </a:r>
            <a:endParaRPr lang="en-US" sz="3300" dirty="0"/>
          </a:p>
        </p:txBody>
      </p:sp>
      <p:sp>
        <p:nvSpPr>
          <p:cNvPr id="5" name="Text 3"/>
          <p:cNvSpPr txBox="1"/>
          <p:nvPr/>
        </p:nvSpPr>
        <p:spPr>
          <a:xfrm>
            <a:off x="457200" y="1783080"/>
            <a:ext cx="8229600" cy="914400"/>
          </a:xfrm>
          <a:prstGeom prst="rect">
            <a:avLst/>
          </a:prstGeom>
          <a:noFill/>
          <a:ln/>
        </p:spPr>
        <p:txBody>
          <a:bodyPr wrap="square" lIns="0" tIns="0" rIns="0" bIns="0" rtlCol="0" anchor="ctr"/>
          <a:lstStyle/>
          <a:p>
            <a:pPr indent="0" marL="0">
              <a:lnSpc>
                <a:spcPts val="3000"/>
              </a:lnSpc>
              <a:buNone/>
            </a:pPr>
            <a:r>
              <a:rPr lang="en-US" sz="1800" dirty="0">
                <a:solidFill>
                  <a:srgbClr val="3B3634"/>
                </a:solidFill>
                <a:latin typeface="Yu Gothic" pitchFamily="34" charset="0"/>
                <a:ea typeface="Yu Gothic" pitchFamily="34" charset="-122"/>
                <a:cs typeface="Yu Gothic" pitchFamily="34" charset="-120"/>
              </a:rPr>
              <a:t>持ち帰って、考えてください。</a:t>
            </a:r>
            <a:endParaRPr lang="en-US" sz="1800" dirty="0"/>
          </a:p>
          <a:p>
            <a:pPr indent="0" marL="0">
              <a:lnSpc>
                <a:spcPts val="3000"/>
              </a:lnSpc>
              <a:buNone/>
            </a:pPr>
            <a:r>
              <a:rPr lang="en-US" sz="1800" dirty="0">
                <a:solidFill>
                  <a:srgbClr val="3B3634"/>
                </a:solidFill>
                <a:latin typeface="Yu Gothic" pitchFamily="34" charset="0"/>
                <a:ea typeface="Yu Gothic" pitchFamily="34" charset="-122"/>
                <a:cs typeface="Yu Gothic" pitchFamily="34" charset="-120"/>
              </a:rPr>
              <a:t>ご家族やコーチに相談してからでも、まったく問題ありません。</a:t>
            </a:r>
            <a:endParaRPr lang="en-US" sz="1800" dirty="0"/>
          </a:p>
        </p:txBody>
      </p:sp>
      <p:sp>
        <p:nvSpPr>
          <p:cNvPr id="6" name="Shape 4"/>
          <p:cNvSpPr/>
          <p:nvPr/>
        </p:nvSpPr>
        <p:spPr>
          <a:xfrm>
            <a:off x="457200" y="2788920"/>
            <a:ext cx="8229600" cy="731520"/>
          </a:xfrm>
          <a:prstGeom prst="roundRect">
            <a:avLst>
              <a:gd name="adj" fmla="val 8750"/>
            </a:avLst>
          </a:prstGeom>
          <a:solidFill>
            <a:srgbClr val="FAF3F4"/>
          </a:solidFill>
          <a:ln w="12700">
            <a:solidFill>
              <a:srgbClr val="FAF3F4"/>
            </a:solidFill>
            <a:prstDash val="solid"/>
          </a:ln>
        </p:spPr>
      </p:sp>
      <p:sp>
        <p:nvSpPr>
          <p:cNvPr id="7" name="Text 5"/>
          <p:cNvSpPr txBox="1"/>
          <p:nvPr/>
        </p:nvSpPr>
        <p:spPr>
          <a:xfrm>
            <a:off x="822960" y="2788920"/>
            <a:ext cx="7498080" cy="731520"/>
          </a:xfrm>
          <a:prstGeom prst="rect">
            <a:avLst/>
          </a:prstGeom>
          <a:noFill/>
          <a:ln/>
        </p:spPr>
        <p:txBody>
          <a:bodyPr wrap="square" lIns="0" tIns="0" rIns="0" bIns="0" rtlCol="0" anchor="ctr"/>
          <a:lstStyle/>
          <a:p>
            <a:pPr indent="0" marL="0">
              <a:buNone/>
            </a:pPr>
            <a:r>
              <a:rPr lang="en-US" sz="1800" b="1" dirty="0">
                <a:solidFill>
                  <a:srgbClr val="7A1524"/>
                </a:solidFill>
                <a:latin typeface="Yu Gothic" pitchFamily="34" charset="0"/>
                <a:ea typeface="Yu Gothic" pitchFamily="34" charset="-122"/>
                <a:cs typeface="Yu Gothic" pitchFamily="34" charset="-120"/>
              </a:rPr>
              <a:t>「やっぱり聞きたい」が出てきたら、いつでも連絡してください。</a:t>
            </a:r>
            <a:endParaRPr lang="en-US" sz="1800" dirty="0"/>
          </a:p>
        </p:txBody>
      </p:sp>
      <p:sp>
        <p:nvSpPr>
          <p:cNvPr id="8" name="Shape 6"/>
          <p:cNvSpPr/>
          <p:nvPr/>
        </p:nvSpPr>
        <p:spPr>
          <a:xfrm>
            <a:off x="457200" y="3749040"/>
            <a:ext cx="8229600" cy="868680"/>
          </a:xfrm>
          <a:prstGeom prst="roundRect">
            <a:avLst>
              <a:gd name="adj" fmla="val 8421"/>
            </a:avLst>
          </a:prstGeom>
          <a:solidFill>
            <a:srgbClr val="540E19"/>
          </a:solidFill>
          <a:ln w="12700">
            <a:solidFill>
              <a:srgbClr val="540E19"/>
            </a:solidFill>
            <a:prstDash val="solid"/>
          </a:ln>
        </p:spPr>
      </p:sp>
      <p:sp>
        <p:nvSpPr>
          <p:cNvPr id="9" name="Text 7"/>
          <p:cNvSpPr txBox="1"/>
          <p:nvPr/>
        </p:nvSpPr>
        <p:spPr>
          <a:xfrm>
            <a:off x="822960" y="3749040"/>
            <a:ext cx="7498080" cy="868680"/>
          </a:xfrm>
          <a:prstGeom prst="rect">
            <a:avLst/>
          </a:prstGeom>
          <a:noFill/>
          <a:ln/>
        </p:spPr>
        <p:txBody>
          <a:bodyPr wrap="square" lIns="0" tIns="0" rIns="0" bIns="0" rtlCol="0" anchor="ctr"/>
          <a:lstStyle/>
          <a:p>
            <a:pPr indent="0" marL="0">
              <a:lnSpc>
                <a:spcPts val="2600"/>
              </a:lnSpc>
              <a:buNone/>
            </a:pPr>
            <a:r>
              <a:rPr lang="en-US" sz="1800" b="1" dirty="0">
                <a:solidFill>
                  <a:srgbClr val="FFFFFF"/>
                </a:solidFill>
                <a:latin typeface="Yu Mincho" pitchFamily="34" charset="0"/>
                <a:ea typeface="Yu Mincho" pitchFamily="34" charset="-122"/>
                <a:cs typeface="Yu Mincho" pitchFamily="34" charset="-120"/>
              </a:rPr>
              <a:t>今日いちばん大事なのは、</a:t>
            </a:r>
            <a:endParaRPr lang="en-US" sz="1800" dirty="0"/>
          </a:p>
          <a:p>
            <a:pPr indent="0" marL="0">
              <a:lnSpc>
                <a:spcPts val="2600"/>
              </a:lnSpc>
              <a:buNone/>
            </a:pPr>
            <a:r>
              <a:rPr lang="en-US" sz="1800" b="1" dirty="0">
                <a:solidFill>
                  <a:srgbClr val="FFFFFF"/>
                </a:solidFill>
                <a:latin typeface="Yu Mincho" pitchFamily="34" charset="0"/>
                <a:ea typeface="Yu Mincho" pitchFamily="34" charset="-122"/>
                <a:cs typeface="Yu Mincho" pitchFamily="34" charset="-120"/>
              </a:rPr>
              <a:t>あなたが次の試合に向けて動き出せることです。</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5486400" cy="274320"/>
          </a:xfrm>
          <a:prstGeom prst="rect">
            <a:avLst/>
          </a:prstGeom>
          <a:noFill/>
          <a:ln/>
        </p:spPr>
        <p:txBody>
          <a:bodyPr wrap="square" lIns="0" tIns="0" rIns="0" bIns="0" rtlCol="0" anchor="ctr"/>
          <a:lstStyle/>
          <a:p>
            <a:pPr indent="0" marL="0">
              <a:buNone/>
            </a:pPr>
            <a:r>
              <a:rPr lang="en-US" sz="1200" b="1" spc="200" kern="0" dirty="0">
                <a:solidFill>
                  <a:srgbClr val="7A1524"/>
                </a:solidFill>
                <a:latin typeface="Yu Gothic" pitchFamily="34" charset="0"/>
                <a:ea typeface="Yu Gothic" pitchFamily="34" charset="-122"/>
                <a:cs typeface="Yu Gothic" pitchFamily="34" charset="-120"/>
              </a:rPr>
              <a:t>PHASE 8　クロージング</a:t>
            </a:r>
            <a:endParaRPr lang="en-US" sz="1200" dirty="0"/>
          </a:p>
        </p:txBody>
      </p:sp>
      <p:sp>
        <p:nvSpPr>
          <p:cNvPr id="3" name="Text 1"/>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6B6360"/>
                </a:solidFill>
                <a:latin typeface="Yu Gothic" pitchFamily="34" charset="0"/>
                <a:ea typeface="Yu Gothic" pitchFamily="34" charset="-122"/>
                <a:cs typeface="Yu Gothic" pitchFamily="34" charset="-120"/>
              </a:rPr>
              <a:t>39</a:t>
            </a:r>
            <a:endParaRPr lang="en-US" sz="1100" dirty="0"/>
          </a:p>
        </p:txBody>
      </p:sp>
      <p:sp>
        <p:nvSpPr>
          <p:cNvPr id="4" name="Text 2"/>
          <p:cNvSpPr txBox="1"/>
          <p:nvPr/>
        </p:nvSpPr>
        <p:spPr>
          <a:xfrm>
            <a:off x="457200" y="914400"/>
            <a:ext cx="7863840" cy="1188720"/>
          </a:xfrm>
          <a:prstGeom prst="rect">
            <a:avLst/>
          </a:prstGeom>
          <a:noFill/>
          <a:ln/>
        </p:spPr>
        <p:txBody>
          <a:bodyPr wrap="square" lIns="0" tIns="0" rIns="0" bIns="0" rtlCol="0" anchor="t"/>
          <a:lstStyle/>
          <a:p>
            <a:pPr algn="l" indent="0" marL="0">
              <a:lnSpc>
                <a:spcPts val="4930"/>
              </a:lnSpc>
              <a:buNone/>
            </a:pPr>
            <a:r>
              <a:rPr lang="en-US" sz="3400" b="1" dirty="0">
                <a:solidFill>
                  <a:srgbClr val="141416"/>
                </a:solidFill>
                <a:latin typeface="Yu Mincho" pitchFamily="34" charset="0"/>
                <a:ea typeface="Yu Mincho" pitchFamily="34" charset="-122"/>
                <a:cs typeface="Yu Mincho" pitchFamily="34" charset="-120"/>
              </a:rPr>
              <a:t>今日話してみて、</a:t>
            </a:r>
            <a:endParaRPr lang="en-US" sz="3400" dirty="0"/>
          </a:p>
          <a:p>
            <a:pPr algn="l" indent="0" marL="0">
              <a:lnSpc>
                <a:spcPts val="4930"/>
              </a:lnSpc>
              <a:buNone/>
            </a:pPr>
            <a:r>
              <a:rPr lang="en-US" sz="3400" b="1" dirty="0">
                <a:solidFill>
                  <a:srgbClr val="141416"/>
                </a:solidFill>
                <a:latin typeface="Yu Mincho" pitchFamily="34" charset="0"/>
                <a:ea typeface="Yu Mincho" pitchFamily="34" charset="-122"/>
                <a:cs typeface="Yu Mincho" pitchFamily="34" charset="-120"/>
              </a:rPr>
              <a:t>何が一番印象に残りましたか？</a:t>
            </a:r>
            <a:endParaRPr lang="en-US" sz="3400" dirty="0"/>
          </a:p>
        </p:txBody>
      </p:sp>
      <p:sp>
        <p:nvSpPr>
          <p:cNvPr id="5" name="Shape 3"/>
          <p:cNvSpPr/>
          <p:nvPr/>
        </p:nvSpPr>
        <p:spPr>
          <a:xfrm>
            <a:off x="457200" y="2651760"/>
            <a:ext cx="7863840" cy="512064"/>
          </a:xfrm>
          <a:prstGeom prst="roundRect">
            <a:avLst>
              <a:gd name="adj" fmla="val 10714"/>
            </a:avLst>
          </a:prstGeom>
          <a:solidFill>
            <a:srgbClr val="FAF3F4"/>
          </a:solidFill>
          <a:ln w="12700">
            <a:solidFill>
              <a:srgbClr val="FAF3F4"/>
            </a:solidFill>
            <a:prstDash val="solid"/>
          </a:ln>
        </p:spPr>
      </p:sp>
      <p:sp>
        <p:nvSpPr>
          <p:cNvPr id="6" name="Text 4"/>
          <p:cNvSpPr txBox="1"/>
          <p:nvPr/>
        </p:nvSpPr>
        <p:spPr>
          <a:xfrm>
            <a:off x="713232" y="2651760"/>
            <a:ext cx="7406640" cy="512064"/>
          </a:xfrm>
          <a:prstGeom prst="rect">
            <a:avLst/>
          </a:prstGeom>
          <a:noFill/>
          <a:ln/>
        </p:spPr>
        <p:txBody>
          <a:bodyPr wrap="square" lIns="0" tIns="0" rIns="0" bIns="0" rtlCol="0" anchor="ctr"/>
          <a:lstStyle/>
          <a:p>
            <a:pPr indent="0" marL="0">
              <a:buNone/>
            </a:pPr>
            <a:r>
              <a:rPr lang="en-US" sz="1900" dirty="0">
                <a:solidFill>
                  <a:srgbClr val="3B3634"/>
                </a:solidFill>
                <a:latin typeface="Yu Gothic" pitchFamily="34" charset="0"/>
                <a:ea typeface="Yu Gothic" pitchFamily="34" charset="-122"/>
                <a:cs typeface="Yu Gothic" pitchFamily="34" charset="-120"/>
              </a:rPr>
              <a:t>今の自分に必要だと思ったこと</a:t>
            </a:r>
            <a:endParaRPr lang="en-US" sz="1900" dirty="0"/>
          </a:p>
        </p:txBody>
      </p:sp>
      <p:sp>
        <p:nvSpPr>
          <p:cNvPr id="7" name="Shape 5"/>
          <p:cNvSpPr/>
          <p:nvPr/>
        </p:nvSpPr>
        <p:spPr>
          <a:xfrm>
            <a:off x="457200" y="3255264"/>
            <a:ext cx="7863840" cy="512064"/>
          </a:xfrm>
          <a:prstGeom prst="roundRect">
            <a:avLst>
              <a:gd name="adj" fmla="val 10714"/>
            </a:avLst>
          </a:prstGeom>
          <a:solidFill>
            <a:srgbClr val="FAF3F4"/>
          </a:solidFill>
          <a:ln w="12700">
            <a:solidFill>
              <a:srgbClr val="FAF3F4"/>
            </a:solidFill>
            <a:prstDash val="solid"/>
          </a:ln>
        </p:spPr>
      </p:sp>
      <p:sp>
        <p:nvSpPr>
          <p:cNvPr id="8" name="Text 6"/>
          <p:cNvSpPr txBox="1"/>
          <p:nvPr/>
        </p:nvSpPr>
        <p:spPr>
          <a:xfrm>
            <a:off x="713232" y="3255264"/>
            <a:ext cx="7406640" cy="512064"/>
          </a:xfrm>
          <a:prstGeom prst="rect">
            <a:avLst/>
          </a:prstGeom>
          <a:noFill/>
          <a:ln/>
        </p:spPr>
        <p:txBody>
          <a:bodyPr wrap="square" lIns="0" tIns="0" rIns="0" bIns="0" rtlCol="0" anchor="ctr"/>
          <a:lstStyle/>
          <a:p>
            <a:pPr indent="0" marL="0">
              <a:buNone/>
            </a:pPr>
            <a:r>
              <a:rPr lang="en-US" sz="1900" dirty="0">
                <a:solidFill>
                  <a:srgbClr val="3B3634"/>
                </a:solidFill>
                <a:latin typeface="Yu Gothic" pitchFamily="34" charset="0"/>
                <a:ea typeface="Yu Gothic" pitchFamily="34" charset="-122"/>
                <a:cs typeface="Yu Gothic" pitchFamily="34" charset="-120"/>
              </a:rPr>
              <a:t>次の試合までに変えたいこと</a:t>
            </a:r>
            <a:endParaRPr lang="en-US" sz="1900" dirty="0"/>
          </a:p>
        </p:txBody>
      </p:sp>
      <p:sp>
        <p:nvSpPr>
          <p:cNvPr id="9" name="Shape 7"/>
          <p:cNvSpPr/>
          <p:nvPr/>
        </p:nvSpPr>
        <p:spPr>
          <a:xfrm>
            <a:off x="457200" y="3858768"/>
            <a:ext cx="7863840" cy="512064"/>
          </a:xfrm>
          <a:prstGeom prst="roundRect">
            <a:avLst>
              <a:gd name="adj" fmla="val 10714"/>
            </a:avLst>
          </a:prstGeom>
          <a:solidFill>
            <a:srgbClr val="FAF3F4"/>
          </a:solidFill>
          <a:ln w="12700">
            <a:solidFill>
              <a:srgbClr val="FAF3F4"/>
            </a:solidFill>
            <a:prstDash val="solid"/>
          </a:ln>
        </p:spPr>
      </p:sp>
      <p:sp>
        <p:nvSpPr>
          <p:cNvPr id="10" name="Text 8"/>
          <p:cNvSpPr txBox="1"/>
          <p:nvPr/>
        </p:nvSpPr>
        <p:spPr>
          <a:xfrm>
            <a:off x="713232" y="3858768"/>
            <a:ext cx="7406640" cy="512064"/>
          </a:xfrm>
          <a:prstGeom prst="rect">
            <a:avLst/>
          </a:prstGeom>
          <a:noFill/>
          <a:ln/>
        </p:spPr>
        <p:txBody>
          <a:bodyPr wrap="square" lIns="0" tIns="0" rIns="0" bIns="0" rtlCol="0" anchor="ctr"/>
          <a:lstStyle/>
          <a:p>
            <a:pPr indent="0" marL="0">
              <a:buNone/>
            </a:pPr>
            <a:r>
              <a:rPr lang="en-US" sz="1900" dirty="0">
                <a:solidFill>
                  <a:srgbClr val="3B3634"/>
                </a:solidFill>
                <a:latin typeface="Yu Gothic" pitchFamily="34" charset="0"/>
                <a:ea typeface="Yu Gothic" pitchFamily="34" charset="-122"/>
                <a:cs typeface="Yu Gothic" pitchFamily="34" charset="-120"/>
              </a:rPr>
              <a:t>聞いておきたいこと</a:t>
            </a:r>
            <a:endParaRPr lang="en-US" sz="1900" dirty="0"/>
          </a:p>
        </p:txBody>
      </p:sp>
      <p:sp>
        <p:nvSpPr>
          <p:cNvPr id="11" name="Text 9"/>
          <p:cNvSpPr txBox="1"/>
          <p:nvPr/>
        </p:nvSpPr>
        <p:spPr>
          <a:xfrm>
            <a:off x="457200" y="4572000"/>
            <a:ext cx="7863840" cy="411480"/>
          </a:xfrm>
          <a:prstGeom prst="rect">
            <a:avLst/>
          </a:prstGeom>
          <a:noFill/>
          <a:ln/>
        </p:spPr>
        <p:txBody>
          <a:bodyPr wrap="square" lIns="0" tIns="0" rIns="0" bIns="0" rtlCol="0" anchor="ctr"/>
          <a:lstStyle/>
          <a:p>
            <a:pPr indent="0" marL="0">
              <a:buNone/>
            </a:pPr>
            <a:r>
              <a:rPr lang="en-US" sz="1800" b="1" dirty="0">
                <a:solidFill>
                  <a:srgbClr val="7A1524"/>
                </a:solidFill>
                <a:latin typeface="Yu Gothic" pitchFamily="34" charset="0"/>
                <a:ea typeface="Yu Gothic" pitchFamily="34" charset="-122"/>
                <a:cs typeface="Yu Gothic" pitchFamily="34" charset="-120"/>
              </a:rPr>
              <a:t>まず、あなたの感想を聞かせてください。</a:t>
            </a:r>
            <a:endParaRPr 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540E19"/>
        </a:solidFill>
      </p:bgPr>
    </p:bg>
    <p:spTree>
      <p:nvGrpSpPr>
        <p:cNvPr id="1" name=""/>
        <p:cNvGrpSpPr/>
        <p:nvPr/>
      </p:nvGrpSpPr>
      <p:grpSpPr>
        <a:xfrm>
          <a:off x="0" y="0"/>
          <a:ext cx="0" cy="0"/>
          <a:chOff x="0" y="0"/>
          <a:chExt cx="0" cy="0"/>
        </a:xfrm>
      </p:grpSpPr>
      <p:sp>
        <p:nvSpPr>
          <p:cNvPr id="2" name="Text 0"/>
          <p:cNvSpPr txBox="1"/>
          <p:nvPr/>
        </p:nvSpPr>
        <p:spPr>
          <a:xfrm>
            <a:off x="8138160" y="4576572"/>
            <a:ext cx="548640" cy="274320"/>
          </a:xfrm>
          <a:prstGeom prst="rect">
            <a:avLst/>
          </a:prstGeom>
          <a:noFill/>
          <a:ln/>
        </p:spPr>
        <p:txBody>
          <a:bodyPr wrap="square" lIns="0" tIns="0" rIns="0" bIns="0" rtlCol="0" anchor="ctr"/>
          <a:lstStyle/>
          <a:p>
            <a:pPr algn="r" indent="0" marL="0">
              <a:buNone/>
            </a:pPr>
            <a:r>
              <a:rPr lang="en-US" sz="1100" dirty="0">
                <a:solidFill>
                  <a:srgbClr val="8A6870"/>
                </a:solidFill>
                <a:latin typeface="Yu Gothic" pitchFamily="34" charset="0"/>
                <a:ea typeface="Yu Gothic" pitchFamily="34" charset="-122"/>
                <a:cs typeface="Yu Gothic" pitchFamily="34" charset="-120"/>
              </a:rPr>
              <a:t>40</a:t>
            </a:r>
            <a:endParaRPr lang="en-US" sz="1100" dirty="0"/>
          </a:p>
        </p:txBody>
      </p:sp>
      <p:pic>
        <p:nvPicPr>
          <p:cNvPr id="3" name="Image 0" descr="images/closing-dark.jpg">    </p:cNvPr>
          <p:cNvPicPr>
            <a:picLocks noChangeAspect="1"/>
          </p:cNvPicPr>
          <p:nvPr/>
        </p:nvPicPr>
        <p:blipFill>
          <a:blip r:embed="rId1"/>
          <a:srcRect l="0" r="0" t="0" b="0"/>
          <a:stretch/>
        </p:blipFill>
        <p:spPr>
          <a:xfrm>
            <a:off x="0" y="0"/>
            <a:ext cx="9144000" cy="5143500"/>
          </a:xfrm>
          <a:prstGeom prst="rect">
            <a:avLst/>
          </a:prstGeom>
        </p:spPr>
      </p:pic>
      <p:sp>
        <p:nvSpPr>
          <p:cNvPr id="4" name="Text 1"/>
          <p:cNvSpPr txBox="1"/>
          <p:nvPr/>
        </p:nvSpPr>
        <p:spPr>
          <a:xfrm>
            <a:off x="640080" y="960120"/>
            <a:ext cx="7863840" cy="1371600"/>
          </a:xfrm>
          <a:prstGeom prst="rect">
            <a:avLst/>
          </a:prstGeom>
          <a:noFill/>
          <a:ln/>
        </p:spPr>
        <p:txBody>
          <a:bodyPr wrap="square" lIns="0" tIns="0" rIns="0" bIns="0" rtlCol="0" anchor="ctr"/>
          <a:lstStyle/>
          <a:p>
            <a:pPr algn="ctr" indent="0" marL="0">
              <a:lnSpc>
                <a:spcPts val="5000"/>
              </a:lnSpc>
              <a:buNone/>
            </a:pPr>
            <a:r>
              <a:rPr lang="en-US" sz="3200" b="1" dirty="0">
                <a:solidFill>
                  <a:srgbClr val="FFFFFF"/>
                </a:solidFill>
                <a:latin typeface="Yu Mincho" pitchFamily="34" charset="0"/>
                <a:ea typeface="Yu Mincho" pitchFamily="34" charset="-122"/>
                <a:cs typeface="Yu Mincho" pitchFamily="34" charset="-120"/>
              </a:rPr>
              <a:t>次の試合で変えたいのは、</a:t>
            </a:r>
            <a:endParaRPr lang="en-US" sz="3200" dirty="0"/>
          </a:p>
          <a:p>
            <a:pPr algn="ctr" indent="0" marL="0">
              <a:lnSpc>
                <a:spcPts val="5000"/>
              </a:lnSpc>
              <a:buNone/>
            </a:pPr>
            <a:r>
              <a:rPr lang="en-US" sz="3200" b="1" dirty="0">
                <a:solidFill>
                  <a:srgbClr val="FFFFFF"/>
                </a:solidFill>
                <a:latin typeface="Yu Mincho" pitchFamily="34" charset="0"/>
                <a:ea typeface="Yu Mincho" pitchFamily="34" charset="-122"/>
                <a:cs typeface="Yu Mincho" pitchFamily="34" charset="-120"/>
              </a:rPr>
              <a:t>重量だけでしょうか。</a:t>
            </a:r>
            <a:endParaRPr lang="en-US" sz="3200" dirty="0"/>
          </a:p>
        </p:txBody>
      </p:sp>
      <p:sp>
        <p:nvSpPr>
          <p:cNvPr id="5" name="Text 2"/>
          <p:cNvSpPr txBox="1"/>
          <p:nvPr/>
        </p:nvSpPr>
        <p:spPr>
          <a:xfrm>
            <a:off x="640080" y="2651760"/>
            <a:ext cx="7863840" cy="457200"/>
          </a:xfrm>
          <a:prstGeom prst="rect">
            <a:avLst/>
          </a:prstGeom>
          <a:noFill/>
          <a:ln/>
        </p:spPr>
        <p:txBody>
          <a:bodyPr wrap="square" lIns="0" tIns="0" rIns="0" bIns="0" rtlCol="0" anchor="ctr"/>
          <a:lstStyle/>
          <a:p>
            <a:pPr algn="ctr" indent="0" marL="0">
              <a:buNone/>
            </a:pPr>
            <a:r>
              <a:rPr lang="en-US" sz="1900" dirty="0">
                <a:solidFill>
                  <a:srgbClr val="F2E7E9"/>
                </a:solidFill>
                <a:latin typeface="Yu Gothic" pitchFamily="34" charset="0"/>
                <a:ea typeface="Yu Gothic" pitchFamily="34" charset="-122"/>
                <a:cs typeface="Yu Gothic" pitchFamily="34" charset="-120"/>
              </a:rPr>
              <a:t>身体を準備する。技術を準備する。そして、メンタルも準備する。</a:t>
            </a:r>
            <a:endParaRPr lang="en-US" sz="1900" dirty="0"/>
          </a:p>
        </p:txBody>
      </p:sp>
      <p:sp>
        <p:nvSpPr>
          <p:cNvPr id="6" name="Shape 3"/>
          <p:cNvSpPr/>
          <p:nvPr/>
        </p:nvSpPr>
        <p:spPr>
          <a:xfrm>
            <a:off x="1828800" y="3429000"/>
            <a:ext cx="5486400" cy="914400"/>
          </a:xfrm>
          <a:prstGeom prst="roundRect">
            <a:avLst>
              <a:gd name="adj" fmla="val 10000"/>
            </a:avLst>
          </a:prstGeom>
          <a:solidFill>
            <a:srgbClr val="FFFFFF"/>
          </a:solidFill>
          <a:ln w="12700">
            <a:solidFill>
              <a:srgbClr val="FFFFFF"/>
            </a:solidFill>
            <a:prstDash val="solid"/>
          </a:ln>
        </p:spPr>
      </p:sp>
      <p:sp>
        <p:nvSpPr>
          <p:cNvPr id="7" name="Text 4"/>
          <p:cNvSpPr txBox="1"/>
          <p:nvPr/>
        </p:nvSpPr>
        <p:spPr>
          <a:xfrm>
            <a:off x="1828800" y="3429000"/>
            <a:ext cx="5486400" cy="914400"/>
          </a:xfrm>
          <a:prstGeom prst="rect">
            <a:avLst/>
          </a:prstGeom>
          <a:noFill/>
          <a:ln/>
        </p:spPr>
        <p:txBody>
          <a:bodyPr wrap="square" lIns="0" tIns="0" rIns="0" bIns="0" rtlCol="0" anchor="ctr"/>
          <a:lstStyle/>
          <a:p>
            <a:pPr algn="ctr" indent="0" marL="0">
              <a:lnSpc>
                <a:spcPts val="2800"/>
              </a:lnSpc>
              <a:buNone/>
            </a:pPr>
            <a:r>
              <a:rPr lang="en-US" sz="1800" b="1" dirty="0">
                <a:solidFill>
                  <a:srgbClr val="540E19"/>
                </a:solidFill>
                <a:latin typeface="Yu Gothic" pitchFamily="34" charset="0"/>
                <a:ea typeface="Yu Gothic" pitchFamily="34" charset="-122"/>
                <a:cs typeface="Yu Gothic" pitchFamily="34" charset="-120"/>
              </a:rPr>
              <a:t>ここぞの一本で、積み重ねてきた力を</a:t>
            </a:r>
            <a:endParaRPr lang="en-US" sz="1800" dirty="0"/>
          </a:p>
          <a:p>
            <a:pPr algn="ctr" indent="0" marL="0">
              <a:lnSpc>
                <a:spcPts val="2800"/>
              </a:lnSpc>
              <a:buNone/>
            </a:pPr>
            <a:r>
              <a:rPr lang="en-US" sz="1800" b="1" dirty="0">
                <a:solidFill>
                  <a:srgbClr val="540E19"/>
                </a:solidFill>
                <a:latin typeface="Yu Gothic" pitchFamily="34" charset="0"/>
                <a:ea typeface="Yu Gothic" pitchFamily="34" charset="-122"/>
                <a:cs typeface="Yu Gothic" pitchFamily="34" charset="-120"/>
              </a:rPr>
              <a:t>発揮できる選手へ。</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パワーリフターのための実践メンタルトレーニング｜無料個別相談</dc:title>
  <dc:subject>PptxGenJS Presentation</dc:subject>
  <dc:creator>しおりん</dc:creator>
  <cp:lastModifiedBy>しおりん</cp:lastModifiedBy>
  <cp:revision>1</cp:revision>
  <dcterms:created xsi:type="dcterms:W3CDTF">2026-09-19T07:02:13Z</dcterms:created>
  <dcterms:modified xsi:type="dcterms:W3CDTF">2026-09-19T07:02:13Z</dcterms:modified>
</cp:coreProperties>
</file>