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8778240" cy="4777740"/>
          </a:xfrm>
          <a:prstGeom prst="roundRect">
            <a:avLst>
              <a:gd name="adj" fmla="val 766"/>
            </a:avLst>
          </a:prstGeom>
          <a:solidFill>
            <a:srgbClr val="FDF5F6"/>
          </a:solidFill>
          <a:ln w="9525">
            <a:solidFill>
              <a:srgbClr val="E8D8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C4A0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5DAYS　毎朝のしめ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331720" y="822960"/>
            <a:ext cx="4480560" cy="658368"/>
          </a:xfrm>
          <a:prstGeom prst="roundRect">
            <a:avLst>
              <a:gd name="adj" fmla="val 69444"/>
            </a:avLst>
          </a:prstGeom>
          <a:solidFill>
            <a:srgbClr val="F7DCE3"/>
          </a:solidFill>
          <a:ln w="12700">
            <a:solidFill>
              <a:srgbClr val="F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2296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80" kern="0" dirty="0">
                <a:solidFill>
                  <a:srgbClr val="A4264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「今日の私、どうしたい？」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" kern="0" dirty="0">
                <a:solidFill>
                  <a:srgbClr val="8C75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ことばにしにくい日は、この4つから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8952" y="1938528"/>
            <a:ext cx="1755648" cy="548640"/>
          </a:xfrm>
          <a:prstGeom prst="roundRect">
            <a:avLst>
              <a:gd name="adj" fmla="val 83333"/>
            </a:avLst>
          </a:prstGeom>
          <a:solidFill>
            <a:srgbClr val="C9325C"/>
          </a:solidFill>
          <a:ln w="12700">
            <a:solidFill>
              <a:srgbClr val="C932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93852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80" kern="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頑張りたい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15768" y="1938528"/>
            <a:ext cx="1755648" cy="548640"/>
          </a:xfrm>
          <a:prstGeom prst="roundRect">
            <a:avLst>
              <a:gd name="adj" fmla="val 83333"/>
            </a:avLst>
          </a:prstGeom>
          <a:solidFill>
            <a:srgbClr val="C4A06A"/>
          </a:solidFill>
          <a:ln w="12700">
            <a:solidFill>
              <a:srgbClr val="C4A0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5768" y="193852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80" kern="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休みたい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672584" y="1938528"/>
            <a:ext cx="1755648" cy="548640"/>
          </a:xfrm>
          <a:prstGeom prst="roundRect">
            <a:avLst>
              <a:gd name="adj" fmla="val 83333"/>
            </a:avLst>
          </a:prstGeom>
          <a:solidFill>
            <a:srgbClr val="C9325C"/>
          </a:solidFill>
          <a:ln w="12700">
            <a:solidFill>
              <a:srgbClr val="C932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93852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80" kern="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楽しみたい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629400" y="1938528"/>
            <a:ext cx="1755648" cy="548640"/>
          </a:xfrm>
          <a:prstGeom prst="roundRect">
            <a:avLst>
              <a:gd name="adj" fmla="val 83333"/>
            </a:avLst>
          </a:prstGeom>
          <a:solidFill>
            <a:srgbClr val="C4A06A"/>
          </a:solidFill>
          <a:ln w="12700">
            <a:solidFill>
              <a:srgbClr val="C4A0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93852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80" kern="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整えたい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645920" y="2724912"/>
            <a:ext cx="5852160" cy="585216"/>
          </a:xfrm>
          <a:prstGeom prst="roundRect">
            <a:avLst>
              <a:gd name="adj" fmla="val 14063"/>
            </a:avLst>
          </a:prstGeom>
          <a:solidFill>
            <a:srgbClr val="FCEEF2"/>
          </a:solidFill>
          <a:ln w="12700">
            <a:solidFill>
              <a:srgbClr val="E8A0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2724912"/>
            <a:ext cx="5852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80" kern="0" dirty="0">
                <a:solidFill>
                  <a:srgbClr val="A4264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じゃあ今日、自分のために何を一つ選ぶ？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68680" y="3584448"/>
            <a:ext cx="7406640" cy="10973"/>
          </a:xfrm>
          <a:prstGeom prst="rect">
            <a:avLst/>
          </a:prstGeom>
          <a:solidFill>
            <a:srgbClr val="E8D8B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675888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4A0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4009644"/>
            <a:ext cx="82296" cy="82296"/>
          </a:xfrm>
          <a:prstGeom prst="ellipse">
            <a:avLst/>
          </a:prstGeom>
          <a:solidFill>
            <a:srgbClr val="E8A0B4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93192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" kern="0" dirty="0">
                <a:solidFill>
                  <a:srgbClr val="3F2E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イライラせずに過ごしたい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4293108"/>
            <a:ext cx="82296" cy="82296"/>
          </a:xfrm>
          <a:prstGeom prst="ellipse">
            <a:avLst/>
          </a:prstGeom>
          <a:solidFill>
            <a:srgbClr val="E8D8BC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215384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" kern="0" dirty="0">
                <a:solidFill>
                  <a:srgbClr val="3F2E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焦らず、一つずつやりたい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4576572"/>
            <a:ext cx="82296" cy="82296"/>
          </a:xfrm>
          <a:prstGeom prst="ellipse">
            <a:avLst/>
          </a:prstGeom>
          <a:solidFill>
            <a:srgbClr val="E8A0B4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49884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" kern="0" dirty="0">
                <a:solidFill>
                  <a:srgbClr val="3F2E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家族に優しく接したい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4009644"/>
            <a:ext cx="82296" cy="82296"/>
          </a:xfrm>
          <a:prstGeom prst="ellipse">
            <a:avLst/>
          </a:prstGeom>
          <a:solidFill>
            <a:srgbClr val="E8A0B4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93192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" kern="0" dirty="0">
                <a:solidFill>
                  <a:srgbClr val="3F2E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仕事に集中したい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37560" y="4293108"/>
            <a:ext cx="82296" cy="82296"/>
          </a:xfrm>
          <a:prstGeom prst="ellipse">
            <a:avLst/>
          </a:prstGeom>
          <a:solidFill>
            <a:srgbClr val="E8D8BC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4215384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" kern="0" dirty="0">
                <a:solidFill>
                  <a:srgbClr val="3F2E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自分のペースで過ごしたい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37560" y="4576572"/>
            <a:ext cx="82296" cy="82296"/>
          </a:xfrm>
          <a:prstGeom prst="ellipse">
            <a:avLst/>
          </a:prstGeom>
          <a:solidFill>
            <a:srgbClr val="E8A0B4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449884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" kern="0" dirty="0">
                <a:solidFill>
                  <a:srgbClr val="3F2E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疲れたら休みたい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06440" y="4009644"/>
            <a:ext cx="82296" cy="82296"/>
          </a:xfrm>
          <a:prstGeom prst="ellipse">
            <a:avLst/>
          </a:prstGeom>
          <a:solidFill>
            <a:srgbClr val="E8A0B4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393192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" kern="0" dirty="0">
                <a:solidFill>
                  <a:srgbClr val="3F2E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ご飯をゆっくり食べたい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06440" y="4293108"/>
            <a:ext cx="82296" cy="82296"/>
          </a:xfrm>
          <a:prstGeom prst="ellipse">
            <a:avLst/>
          </a:prstGeom>
          <a:solidFill>
            <a:srgbClr val="E8D8BC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4215384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" kern="0" dirty="0">
                <a:solidFill>
                  <a:srgbClr val="3F2E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人と比べずに過ごしたい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06440" y="4576572"/>
            <a:ext cx="82296" cy="82296"/>
          </a:xfrm>
          <a:prstGeom prst="ellipse">
            <a:avLst/>
          </a:prstGeom>
          <a:solidFill>
            <a:srgbClr val="E8A0B4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449884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" kern="0" dirty="0">
                <a:solidFill>
                  <a:srgbClr val="3F2E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早めに寝たい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今日の私、どうしたい？</dc:title>
  <dc:subject>PptxGenJS Presentation</dc:subject>
  <dc:creator>佐藤 栞</dc:creator>
  <cp:lastModifiedBy>佐藤 栞</cp:lastModifiedBy>
  <cp:revision>1</cp:revision>
  <dcterms:created xsi:type="dcterms:W3CDTF">2026-10-18T08:40:35Z</dcterms:created>
  <dcterms:modified xsi:type="dcterms:W3CDTF">2026-10-18T08:40:35Z</dcterms:modified>
</cp:coreProperties>
</file>