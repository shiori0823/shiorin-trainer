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2880" y="182880"/>
            <a:ext cx="8778240" cy="4777740"/>
          </a:xfrm>
          <a:prstGeom prst="roundRect">
            <a:avLst>
              <a:gd name="adj" fmla="val 766"/>
            </a:avLst>
          </a:prstGeom>
          <a:solidFill>
            <a:srgbClr val="FDF5F6"/>
          </a:solidFill>
          <a:ln w="9525">
            <a:solidFill>
              <a:srgbClr val="E8D8B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475488"/>
            <a:ext cx="7863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60" kern="0" dirty="0">
                <a:solidFill>
                  <a:srgbClr val="C4A06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 DAYS　KICK OFF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68096"/>
            <a:ext cx="78638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spc="80" kern="0" dirty="0">
                <a:solidFill>
                  <a:srgbClr val="A42647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私ファーストプログラム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40080" y="1280160"/>
            <a:ext cx="7863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spc="200" kern="0" dirty="0">
                <a:solidFill>
                  <a:srgbClr val="A42647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5DAYS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2542032" y="2029968"/>
            <a:ext cx="4059936" cy="310896"/>
          </a:xfrm>
          <a:prstGeom prst="roundRect">
            <a:avLst>
              <a:gd name="adj" fmla="val 147059"/>
            </a:avLst>
          </a:prstGeom>
          <a:solidFill>
            <a:srgbClr val="F7DCE3"/>
          </a:solidFill>
          <a:ln w="12700">
            <a:solidFill>
              <a:srgbClr val="F7DCE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029968"/>
            <a:ext cx="7863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spc="40" kern="0" dirty="0">
                <a:solidFill>
                  <a:srgbClr val="A4264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朝15分で、ごきげんな私をつくる5日間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3086100" y="2500884"/>
            <a:ext cx="1325880" cy="1325880"/>
          </a:xfrm>
          <a:prstGeom prst="ellipse">
            <a:avLst/>
          </a:prstGeom>
          <a:solidFill>
            <a:srgbClr val="E8D8BC"/>
          </a:solidFill>
          <a:ln/>
        </p:spPr>
      </p:sp>
      <p:pic>
        <p:nvPicPr>
          <p:cNvPr id="9" name="Image 0" descr="images/miyuki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27248" y="2542032"/>
            <a:ext cx="1243584" cy="1243584"/>
          </a:xfrm>
          <a:prstGeom prst="ellipse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4732020" y="2500884"/>
            <a:ext cx="1325880" cy="1325880"/>
          </a:xfrm>
          <a:prstGeom prst="ellipse">
            <a:avLst/>
          </a:prstGeom>
          <a:solidFill>
            <a:srgbClr val="E8D8BC"/>
          </a:solidFill>
          <a:ln/>
        </p:spPr>
      </p:sp>
      <p:pic>
        <p:nvPicPr>
          <p:cNvPr id="11" name="Image 1" descr="images/shiori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3168" y="2542032"/>
            <a:ext cx="1243584" cy="1243584"/>
          </a:xfrm>
          <a:prstGeom prst="ellipse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2798064" y="3858768"/>
            <a:ext cx="1901952" cy="256032"/>
          </a:xfrm>
          <a:prstGeom prst="roundRect">
            <a:avLst>
              <a:gd name="adj" fmla="val 178571"/>
            </a:avLst>
          </a:prstGeom>
          <a:solidFill>
            <a:srgbClr val="F7DCE3"/>
          </a:solidFill>
          <a:ln w="12700">
            <a:solidFill>
              <a:srgbClr val="F7DCE3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2798064" y="3858768"/>
            <a:ext cx="1901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A4264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マナー講師　三浦みゆき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4809744" y="3858768"/>
            <a:ext cx="1536192" cy="256032"/>
          </a:xfrm>
          <a:prstGeom prst="roundRect">
            <a:avLst>
              <a:gd name="adj" fmla="val 178571"/>
            </a:avLst>
          </a:prstGeom>
          <a:solidFill>
            <a:srgbClr val="F7DCE3"/>
          </a:solidFill>
          <a:ln w="12700">
            <a:solidFill>
              <a:srgbClr val="F7DCE3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4809744" y="3858768"/>
            <a:ext cx="15361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A4264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トレーナー　しおりん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640080" y="4261104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80" kern="0" dirty="0">
                <a:solidFill>
                  <a:srgbClr val="C9325C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2026年10月18日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640080" y="4572000"/>
            <a:ext cx="7863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spc="40" kern="0" dirty="0">
                <a:solidFill>
                  <a:srgbClr val="8C75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明日から5日間、1日15分だけ「私」を最優先に　♡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20624"/>
            <a:ext cx="7863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C4A06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SPEAKER  01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640080" y="822960"/>
            <a:ext cx="3931920" cy="274320"/>
          </a:xfrm>
          <a:prstGeom prst="roundRect">
            <a:avLst>
              <a:gd name="adj" fmla="val 166667"/>
            </a:avLst>
          </a:prstGeom>
          <a:solidFill>
            <a:srgbClr val="F7DCE3"/>
          </a:solidFill>
          <a:ln w="12700">
            <a:solidFill>
              <a:srgbClr val="F7DCE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676656"/>
            <a:ext cx="78638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2600" b="1" spc="80" kern="0" dirty="0">
                <a:solidFill>
                  <a:srgbClr val="A42647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私が、身体を整えることを</a:t>
            </a:r>
            <a:endParaRPr lang="en-US" sz="26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2600" b="1" spc="80" kern="0" dirty="0">
                <a:solidFill>
                  <a:srgbClr val="A42647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伝える理由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862572" y="1696212"/>
            <a:ext cx="1636776" cy="1636776"/>
          </a:xfrm>
          <a:prstGeom prst="ellipse">
            <a:avLst/>
          </a:prstGeom>
          <a:solidFill>
            <a:srgbClr val="E8D8BC"/>
          </a:solidFill>
          <a:ln/>
        </p:spPr>
      </p:sp>
      <p:pic>
        <p:nvPicPr>
          <p:cNvPr id="6" name="Image 0" descr="images/shiori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1737360"/>
            <a:ext cx="1554480" cy="1554480"/>
          </a:xfrm>
          <a:prstGeom prst="ellipse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192024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A4264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トレーナー／パワーリフター　しおりん（佐藤 栞）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640080" y="224942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spc="40" kern="0" dirty="0">
                <a:solidFill>
                  <a:srgbClr val="8C75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仕事　／　トレーニング　／　子育て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40080" y="2651760"/>
            <a:ext cx="5943600" cy="10973"/>
          </a:xfrm>
          <a:prstGeom prst="rect">
            <a:avLst/>
          </a:prstGeom>
          <a:solidFill>
            <a:srgbClr val="E8D8BC"/>
          </a:solidFill>
          <a:ln/>
        </p:spPr>
      </p:sp>
      <p:sp>
        <p:nvSpPr>
          <p:cNvPr id="10" name="Text 7"/>
          <p:cNvSpPr/>
          <p:nvPr/>
        </p:nvSpPr>
        <p:spPr>
          <a:xfrm>
            <a:off x="640080" y="2834640"/>
            <a:ext cx="603504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100"/>
              </a:lnSpc>
              <a:buNone/>
            </a:pPr>
            <a:r>
              <a:rPr lang="en-US" sz="2000" b="1" spc="80" kern="0" dirty="0">
                <a:solidFill>
                  <a:srgbClr val="3F2E33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身体を整えることで、</a:t>
            </a:r>
            <a:endParaRPr lang="en-US" sz="2000" dirty="0"/>
          </a:p>
          <a:p>
            <a:pPr indent="0" marL="0">
              <a:lnSpc>
                <a:spcPts val="3100"/>
              </a:lnSpc>
              <a:buNone/>
            </a:pPr>
            <a:r>
              <a:rPr lang="en-US" sz="2000" b="1" spc="80" kern="0" dirty="0">
                <a:solidFill>
                  <a:srgbClr val="3F2E33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外に向いた矢印を、自分に戻す。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40080" y="3712464"/>
            <a:ext cx="6035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40" kern="0" dirty="0">
                <a:solidFill>
                  <a:srgbClr val="8C75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正しく立つことは、私にとって、思考を切り替えるスイッチです。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0080" y="4590288"/>
            <a:ext cx="7863840" cy="10973"/>
          </a:xfrm>
          <a:prstGeom prst="rect">
            <a:avLst/>
          </a:prstGeom>
          <a:solidFill>
            <a:srgbClr val="E8D8BC"/>
          </a:solidFill>
          <a:ln/>
        </p:spPr>
      </p:sp>
      <p:sp>
        <p:nvSpPr>
          <p:cNvPr id="13" name="Text 10"/>
          <p:cNvSpPr/>
          <p:nvPr/>
        </p:nvSpPr>
        <p:spPr>
          <a:xfrm>
            <a:off x="640080" y="4681728"/>
            <a:ext cx="4572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8C75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私ファーストプログラム 5DAYS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8046720" y="4681728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spc="40" kern="0" dirty="0">
                <a:solidFill>
                  <a:srgbClr val="8C75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20624"/>
            <a:ext cx="7863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C4A06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SPEAKER  02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640080" y="822960"/>
            <a:ext cx="2286000" cy="274320"/>
          </a:xfrm>
          <a:prstGeom prst="roundRect">
            <a:avLst>
              <a:gd name="adj" fmla="val 166667"/>
            </a:avLst>
          </a:prstGeom>
          <a:solidFill>
            <a:srgbClr val="F7DCE3"/>
          </a:solidFill>
          <a:ln w="12700">
            <a:solidFill>
              <a:srgbClr val="F7DCE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676656"/>
            <a:ext cx="78638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2600" b="1" spc="80" kern="0" dirty="0">
                <a:solidFill>
                  <a:srgbClr val="A42647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私が、所作を</a:t>
            </a:r>
            <a:endParaRPr lang="en-US" sz="26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2600" b="1" spc="80" kern="0" dirty="0">
                <a:solidFill>
                  <a:srgbClr val="A42647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伝える理由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862572" y="1696212"/>
            <a:ext cx="1636776" cy="1636776"/>
          </a:xfrm>
          <a:prstGeom prst="ellipse">
            <a:avLst/>
          </a:prstGeom>
          <a:solidFill>
            <a:srgbClr val="E8D8BC"/>
          </a:solidFill>
          <a:ln/>
        </p:spPr>
      </p:sp>
      <p:pic>
        <p:nvPicPr>
          <p:cNvPr id="6" name="Image 0" descr="images/miyuki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1737360"/>
            <a:ext cx="1554480" cy="1554480"/>
          </a:xfrm>
          <a:prstGeom prst="ellipse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192024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A4264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マナー講師　三浦みゆき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640080" y="224942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spc="40" kern="0" dirty="0">
                <a:solidFill>
                  <a:srgbClr val="8C75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家族や仕事を優先して、自分はいつも後回しだった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40080" y="2651760"/>
            <a:ext cx="5943600" cy="10973"/>
          </a:xfrm>
          <a:prstGeom prst="rect">
            <a:avLst/>
          </a:prstGeom>
          <a:solidFill>
            <a:srgbClr val="E8D8BC"/>
          </a:solidFill>
          <a:ln/>
        </p:spPr>
      </p:sp>
      <p:sp>
        <p:nvSpPr>
          <p:cNvPr id="10" name="Text 7"/>
          <p:cNvSpPr/>
          <p:nvPr/>
        </p:nvSpPr>
        <p:spPr>
          <a:xfrm>
            <a:off x="640080" y="2834640"/>
            <a:ext cx="603504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100"/>
              </a:lnSpc>
              <a:buNone/>
            </a:pPr>
            <a:r>
              <a:rPr lang="en-US" sz="2000" b="1" spc="80" kern="0" dirty="0">
                <a:solidFill>
                  <a:srgbClr val="3F2E33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所作を整えることは、</a:t>
            </a:r>
            <a:endParaRPr lang="en-US" sz="2000" dirty="0"/>
          </a:p>
          <a:p>
            <a:pPr indent="0" marL="0">
              <a:lnSpc>
                <a:spcPts val="3100"/>
              </a:lnSpc>
              <a:buNone/>
            </a:pPr>
            <a:r>
              <a:rPr lang="en-US" sz="2000" b="1" spc="80" kern="0" dirty="0">
                <a:solidFill>
                  <a:srgbClr val="3F2E33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自分を丁寧に扱うこと。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40080" y="3712464"/>
            <a:ext cx="6035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40" kern="0" dirty="0">
                <a:solidFill>
                  <a:srgbClr val="8C75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マナーは、正しく見せるためだけのものではありません。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0080" y="4590288"/>
            <a:ext cx="7863840" cy="10973"/>
          </a:xfrm>
          <a:prstGeom prst="rect">
            <a:avLst/>
          </a:prstGeom>
          <a:solidFill>
            <a:srgbClr val="E8D8BC"/>
          </a:solidFill>
          <a:ln/>
        </p:spPr>
      </p:sp>
      <p:sp>
        <p:nvSpPr>
          <p:cNvPr id="13" name="Text 10"/>
          <p:cNvSpPr/>
          <p:nvPr/>
        </p:nvSpPr>
        <p:spPr>
          <a:xfrm>
            <a:off x="640080" y="4681728"/>
            <a:ext cx="4572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8C75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私ファーストプログラム 5DAYS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8046720" y="4681728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spc="40" kern="0" dirty="0">
                <a:solidFill>
                  <a:srgbClr val="8C75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20624"/>
            <a:ext cx="7863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C4A06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HELLO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640080" y="822960"/>
            <a:ext cx="3657600" cy="274320"/>
          </a:xfrm>
          <a:prstGeom prst="roundRect">
            <a:avLst>
              <a:gd name="adj" fmla="val 166667"/>
            </a:avLst>
          </a:prstGeom>
          <a:solidFill>
            <a:srgbClr val="F7DCE3"/>
          </a:solidFill>
          <a:ln w="12700">
            <a:solidFill>
              <a:srgbClr val="F7DCE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676656"/>
            <a:ext cx="78638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2600" b="1" spc="80" kern="0" dirty="0">
                <a:solidFill>
                  <a:srgbClr val="A42647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まず、少しだけ</a:t>
            </a:r>
            <a:endParaRPr lang="en-US" sz="26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2600" b="1" spc="80" kern="0" dirty="0">
                <a:solidFill>
                  <a:srgbClr val="A42647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お互いを知りましょう　♡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13232" y="2167128"/>
            <a:ext cx="192024" cy="192024"/>
          </a:xfrm>
          <a:prstGeom prst="ellipse">
            <a:avLst/>
          </a:prstGeom>
          <a:solidFill>
            <a:srgbClr val="C9325C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2167128"/>
            <a:ext cx="192024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24128" y="2103120"/>
            <a:ext cx="7406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50" spc="40" kern="0" dirty="0">
                <a:solidFill>
                  <a:srgbClr val="3F2E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お名前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713232" y="2679192"/>
            <a:ext cx="192024" cy="192024"/>
          </a:xfrm>
          <a:prstGeom prst="ellipse">
            <a:avLst/>
          </a:prstGeom>
          <a:solidFill>
            <a:srgbClr val="C4A06A"/>
          </a:solidFill>
          <a:ln/>
        </p:spPr>
      </p:sp>
      <p:sp>
        <p:nvSpPr>
          <p:cNvPr id="9" name="Text 7"/>
          <p:cNvSpPr/>
          <p:nvPr/>
        </p:nvSpPr>
        <p:spPr>
          <a:xfrm>
            <a:off x="713232" y="2679192"/>
            <a:ext cx="192024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24128" y="2615184"/>
            <a:ext cx="7406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50" spc="40" kern="0" dirty="0">
                <a:solidFill>
                  <a:srgbClr val="3F2E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普段、どんなことをしていますか？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713232" y="3191256"/>
            <a:ext cx="192024" cy="192024"/>
          </a:xfrm>
          <a:prstGeom prst="ellipse">
            <a:avLst/>
          </a:prstGeom>
          <a:solidFill>
            <a:srgbClr val="C9325C"/>
          </a:solidFill>
          <a:ln/>
        </p:spPr>
      </p:sp>
      <p:sp>
        <p:nvSpPr>
          <p:cNvPr id="12" name="Text 10"/>
          <p:cNvSpPr/>
          <p:nvPr/>
        </p:nvSpPr>
        <p:spPr>
          <a:xfrm>
            <a:off x="713232" y="3191256"/>
            <a:ext cx="192024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24128" y="3127248"/>
            <a:ext cx="7406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50" spc="40" kern="0" dirty="0">
                <a:solidFill>
                  <a:srgbClr val="3F2E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この5DAYSで、ちょっと楽しみにしていること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640080" y="3785616"/>
            <a:ext cx="7863840" cy="640080"/>
          </a:xfrm>
          <a:prstGeom prst="roundRect">
            <a:avLst>
              <a:gd name="adj" fmla="val 12857"/>
            </a:avLst>
          </a:prstGeom>
          <a:solidFill>
            <a:srgbClr val="FCEEF2"/>
          </a:solidFill>
          <a:ln w="10160">
            <a:solidFill>
              <a:srgbClr val="E8A0B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3785616"/>
            <a:ext cx="7406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A4264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30秒くらいで大丈夫です。　話したくないことは、話さなくて大丈夫です。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4590288"/>
            <a:ext cx="7863840" cy="10973"/>
          </a:xfrm>
          <a:prstGeom prst="rect">
            <a:avLst/>
          </a:prstGeom>
          <a:solidFill>
            <a:srgbClr val="E8D8BC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681728"/>
            <a:ext cx="4572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8C75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私ファーストプログラム 5DAYS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8046720" y="4681728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spc="40" kern="0" dirty="0">
                <a:solidFill>
                  <a:srgbClr val="8C75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20624"/>
            <a:ext cx="7863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C4A06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QUESTION  01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640080" y="822960"/>
            <a:ext cx="4023360" cy="274320"/>
          </a:xfrm>
          <a:prstGeom prst="roundRect">
            <a:avLst>
              <a:gd name="adj" fmla="val 166667"/>
            </a:avLst>
          </a:prstGeom>
          <a:solidFill>
            <a:srgbClr val="F7DCE3"/>
          </a:solidFill>
          <a:ln w="12700">
            <a:solidFill>
              <a:srgbClr val="F7DCE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676656"/>
            <a:ext cx="78638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2500" b="1" spc="80" kern="0" dirty="0">
                <a:solidFill>
                  <a:srgbClr val="A42647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なぜ、この5DAYSに</a:t>
            </a:r>
            <a:endParaRPr lang="en-US" sz="25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2500" b="1" spc="80" kern="0" dirty="0">
                <a:solidFill>
                  <a:srgbClr val="A42647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参加しようと思いましたか？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40080" y="2066544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spc="40" kern="0" dirty="0">
                <a:solidFill>
                  <a:srgbClr val="8C75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うまく言葉にできなくても大丈夫です。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2542032"/>
            <a:ext cx="7863840" cy="10973"/>
          </a:xfrm>
          <a:prstGeom prst="rect">
            <a:avLst/>
          </a:prstGeom>
          <a:solidFill>
            <a:srgbClr val="E8D8BC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2761488"/>
            <a:ext cx="5120640" cy="402336"/>
          </a:xfrm>
          <a:prstGeom prst="roundRect">
            <a:avLst>
              <a:gd name="adj" fmla="val 113636"/>
            </a:avLst>
          </a:prstGeom>
          <a:solidFill>
            <a:srgbClr val="F7DCE3"/>
          </a:solidFill>
          <a:ln w="12700">
            <a:solidFill>
              <a:srgbClr val="F7DC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743200"/>
            <a:ext cx="786384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300"/>
              </a:lnSpc>
              <a:buNone/>
            </a:pPr>
            <a:r>
              <a:rPr lang="en-US" sz="2100" b="1" spc="80" kern="0" dirty="0">
                <a:solidFill>
                  <a:srgbClr val="A42647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「なんとなく気になった」も、</a:t>
            </a:r>
            <a:endParaRPr lang="en-US" sz="2100" dirty="0"/>
          </a:p>
          <a:p>
            <a:pPr indent="0" marL="0">
              <a:lnSpc>
                <a:spcPts val="3300"/>
              </a:lnSpc>
              <a:buNone/>
            </a:pPr>
            <a:r>
              <a:rPr lang="en-US" sz="2100" b="1" spc="80" kern="0" dirty="0">
                <a:solidFill>
                  <a:srgbClr val="A42647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りっぱな理由です。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640080" y="4590288"/>
            <a:ext cx="7863840" cy="10973"/>
          </a:xfrm>
          <a:prstGeom prst="rect">
            <a:avLst/>
          </a:prstGeom>
          <a:solidFill>
            <a:srgbClr val="E8D8BC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4681728"/>
            <a:ext cx="4572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8C75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私ファーストプログラム 5DAYS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046720" y="4681728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spc="40" kern="0" dirty="0">
                <a:solidFill>
                  <a:srgbClr val="8C75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20624"/>
            <a:ext cx="7863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C4A06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QUESTION  02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640080" y="822960"/>
            <a:ext cx="1645920" cy="274320"/>
          </a:xfrm>
          <a:prstGeom prst="roundRect">
            <a:avLst>
              <a:gd name="adj" fmla="val 166667"/>
            </a:avLst>
          </a:prstGeom>
          <a:solidFill>
            <a:srgbClr val="F7DCE3"/>
          </a:solidFill>
          <a:ln w="12700">
            <a:solidFill>
              <a:srgbClr val="F7DCE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676656"/>
            <a:ext cx="78638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2500" b="1" spc="80" kern="0" dirty="0">
                <a:solidFill>
                  <a:srgbClr val="A42647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5日後、</a:t>
            </a:r>
            <a:endParaRPr lang="en-US" sz="25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2500" b="1" spc="80" kern="0" dirty="0">
                <a:solidFill>
                  <a:srgbClr val="A42647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どんな自分になっていたい？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713232" y="2112264"/>
            <a:ext cx="192024" cy="192024"/>
          </a:xfrm>
          <a:prstGeom prst="ellipse">
            <a:avLst/>
          </a:prstGeom>
          <a:solidFill>
            <a:srgbClr val="C9325C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2112264"/>
            <a:ext cx="192024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24128" y="2048256"/>
            <a:ext cx="740664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spc="40" kern="0" dirty="0">
                <a:solidFill>
                  <a:srgbClr val="3F2E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朝、自分のための時間がとれている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13232" y="2542032"/>
            <a:ext cx="192024" cy="192024"/>
          </a:xfrm>
          <a:prstGeom prst="ellipse">
            <a:avLst/>
          </a:prstGeom>
          <a:solidFill>
            <a:srgbClr val="C4A06A"/>
          </a:solidFill>
          <a:ln/>
        </p:spPr>
      </p:sp>
      <p:sp>
        <p:nvSpPr>
          <p:cNvPr id="9" name="Text 7"/>
          <p:cNvSpPr/>
          <p:nvPr/>
        </p:nvSpPr>
        <p:spPr>
          <a:xfrm>
            <a:off x="713232" y="2542032"/>
            <a:ext cx="192024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24128" y="2478024"/>
            <a:ext cx="740664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spc="40" kern="0" dirty="0">
                <a:solidFill>
                  <a:srgbClr val="3F2E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自分の疲れに、気づける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13232" y="2971800"/>
            <a:ext cx="192024" cy="192024"/>
          </a:xfrm>
          <a:prstGeom prst="ellipse">
            <a:avLst/>
          </a:prstGeom>
          <a:solidFill>
            <a:srgbClr val="C9325C"/>
          </a:solidFill>
          <a:ln/>
        </p:spPr>
      </p:sp>
      <p:sp>
        <p:nvSpPr>
          <p:cNvPr id="12" name="Text 10"/>
          <p:cNvSpPr/>
          <p:nvPr/>
        </p:nvSpPr>
        <p:spPr>
          <a:xfrm>
            <a:off x="713232" y="2971800"/>
            <a:ext cx="192024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24128" y="2907792"/>
            <a:ext cx="740664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spc="40" kern="0" dirty="0">
                <a:solidFill>
                  <a:srgbClr val="3F2E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食事を一度、丁寧に食べられる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13232" y="3401568"/>
            <a:ext cx="192024" cy="192024"/>
          </a:xfrm>
          <a:prstGeom prst="ellipse">
            <a:avLst/>
          </a:prstGeom>
          <a:solidFill>
            <a:srgbClr val="C4A06A"/>
          </a:solidFill>
          <a:ln/>
        </p:spPr>
      </p:sp>
      <p:sp>
        <p:nvSpPr>
          <p:cNvPr id="15" name="Text 13"/>
          <p:cNvSpPr/>
          <p:nvPr/>
        </p:nvSpPr>
        <p:spPr>
          <a:xfrm>
            <a:off x="713232" y="3401568"/>
            <a:ext cx="192024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24128" y="3337560"/>
            <a:ext cx="740664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spc="40" kern="0" dirty="0">
                <a:solidFill>
                  <a:srgbClr val="3F2E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イライラしたときに、一度止まれる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13232" y="3831336"/>
            <a:ext cx="192024" cy="192024"/>
          </a:xfrm>
          <a:prstGeom prst="ellipse">
            <a:avLst/>
          </a:prstGeom>
          <a:solidFill>
            <a:srgbClr val="C9325C"/>
          </a:solidFill>
          <a:ln/>
        </p:spPr>
      </p:sp>
      <p:sp>
        <p:nvSpPr>
          <p:cNvPr id="18" name="Text 16"/>
          <p:cNvSpPr/>
          <p:nvPr/>
        </p:nvSpPr>
        <p:spPr>
          <a:xfrm>
            <a:off x="713232" y="3831336"/>
            <a:ext cx="192024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24128" y="3767328"/>
            <a:ext cx="740664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spc="40" kern="0" dirty="0">
                <a:solidFill>
                  <a:srgbClr val="3F2E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「今日の私、どうしたい？」が聞けている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" y="4297680"/>
            <a:ext cx="7863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40" kern="0" dirty="0">
                <a:solidFill>
                  <a:srgbClr val="8C75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近いものを1つ選んでみてください。ほかにあれば、それでも大丈夫です。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590288"/>
            <a:ext cx="7863840" cy="10973"/>
          </a:xfrm>
          <a:prstGeom prst="rect">
            <a:avLst/>
          </a:prstGeom>
          <a:solidFill>
            <a:srgbClr val="E8D8BC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681728"/>
            <a:ext cx="4572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8C75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私ファーストプログラム 5DAYS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8046720" y="4681728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spc="40" kern="0" dirty="0">
                <a:solidFill>
                  <a:srgbClr val="8C75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20624"/>
            <a:ext cx="7863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C4A06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CONCEPT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640080" y="822960"/>
            <a:ext cx="4206240" cy="274320"/>
          </a:xfrm>
          <a:prstGeom prst="roundRect">
            <a:avLst>
              <a:gd name="adj" fmla="val 166667"/>
            </a:avLst>
          </a:prstGeom>
          <a:solidFill>
            <a:srgbClr val="F7DCE3"/>
          </a:solidFill>
          <a:ln w="12700">
            <a:solidFill>
              <a:srgbClr val="F7DCE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676656"/>
            <a:ext cx="78638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2400" b="1" spc="80" kern="0" dirty="0">
                <a:solidFill>
                  <a:srgbClr val="A42647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私ファーストは、</a:t>
            </a:r>
            <a:endParaRPr lang="en-US" sz="24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2400" b="1" spc="80" kern="0" dirty="0">
                <a:solidFill>
                  <a:srgbClr val="A42647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「自分だけ優先」ではありません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40080" y="2066544"/>
            <a:ext cx="3803904" cy="115214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0160">
            <a:solidFill>
              <a:srgbClr val="E8D8B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2249424"/>
            <a:ext cx="1252728" cy="274320"/>
          </a:xfrm>
          <a:prstGeom prst="roundRect">
            <a:avLst>
              <a:gd name="adj" fmla="val 166667"/>
            </a:avLst>
          </a:prstGeom>
          <a:solidFill>
            <a:srgbClr val="F7DCE3"/>
          </a:solidFill>
          <a:ln w="12700">
            <a:solidFill>
              <a:srgbClr val="F7DCE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221992"/>
            <a:ext cx="32552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80" kern="0" dirty="0">
                <a:solidFill>
                  <a:srgbClr val="A42647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ちがうもの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2633472"/>
            <a:ext cx="3255264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spc="40" kern="0" dirty="0">
                <a:solidFill>
                  <a:srgbClr val="3F2E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自分のことだけを優先する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spc="40" kern="0" dirty="0">
                <a:solidFill>
                  <a:srgbClr val="3F2E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誰かを後回しにする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700016" y="2066544"/>
            <a:ext cx="3803904" cy="115214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6510">
            <a:solidFill>
              <a:srgbClr val="E8A0B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901184" y="2249424"/>
            <a:ext cx="1252728" cy="274320"/>
          </a:xfrm>
          <a:prstGeom prst="roundRect">
            <a:avLst>
              <a:gd name="adj" fmla="val 166667"/>
            </a:avLst>
          </a:prstGeom>
          <a:solidFill>
            <a:srgbClr val="F7DCE3"/>
          </a:solidFill>
          <a:ln w="12700">
            <a:solidFill>
              <a:srgbClr val="F7DC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74336" y="2221992"/>
            <a:ext cx="32552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80" kern="0" dirty="0">
                <a:solidFill>
                  <a:srgbClr val="A42647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こちらです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974336" y="2633472"/>
            <a:ext cx="3255264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spc="40" kern="0" dirty="0">
                <a:solidFill>
                  <a:srgbClr val="3F2E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自分を、置いていかない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3456432"/>
            <a:ext cx="7863840" cy="10973"/>
          </a:xfrm>
          <a:prstGeom prst="rect">
            <a:avLst/>
          </a:prstGeom>
          <a:solidFill>
            <a:srgbClr val="E8D8BC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621024"/>
            <a:ext cx="786384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850" b="1" spc="80" kern="0" dirty="0">
                <a:solidFill>
                  <a:srgbClr val="3F2E33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誰かのために動くことは、変えなくていい。</a:t>
            </a:r>
            <a:endParaRPr lang="en-US" sz="185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850" b="1" spc="80" kern="0" dirty="0">
                <a:solidFill>
                  <a:srgbClr val="3F2E33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その順番の中に、自分を入れるだけです。</a:t>
            </a:r>
            <a:endParaRPr lang="en-US" sz="1850" dirty="0"/>
          </a:p>
        </p:txBody>
      </p:sp>
      <p:sp>
        <p:nvSpPr>
          <p:cNvPr id="15" name="Shape 13"/>
          <p:cNvSpPr/>
          <p:nvPr/>
        </p:nvSpPr>
        <p:spPr>
          <a:xfrm>
            <a:off x="640080" y="4590288"/>
            <a:ext cx="7863840" cy="10973"/>
          </a:xfrm>
          <a:prstGeom prst="rect">
            <a:avLst/>
          </a:prstGeom>
          <a:solidFill>
            <a:srgbClr val="E8D8BC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4681728"/>
            <a:ext cx="4572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8C75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私ファーストプログラム 5DAYS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8046720" y="4681728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spc="40" kern="0" dirty="0">
                <a:solidFill>
                  <a:srgbClr val="8C75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20624"/>
            <a:ext cx="7863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C4A06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MINDSET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640080" y="822960"/>
            <a:ext cx="4114800" cy="274320"/>
          </a:xfrm>
          <a:prstGeom prst="roundRect">
            <a:avLst>
              <a:gd name="adj" fmla="val 166667"/>
            </a:avLst>
          </a:prstGeom>
          <a:solidFill>
            <a:srgbClr val="F7DCE3"/>
          </a:solidFill>
          <a:ln w="12700">
            <a:solidFill>
              <a:srgbClr val="F7DCE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676656"/>
            <a:ext cx="78638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2500" b="1" spc="80" kern="0" dirty="0">
                <a:solidFill>
                  <a:srgbClr val="A42647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3つの思い込みを、外します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40080" y="1572768"/>
            <a:ext cx="786384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160">
            <a:solidFill>
              <a:srgbClr val="E8D8B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709928"/>
            <a:ext cx="7223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40" kern="0" dirty="0">
                <a:solidFill>
                  <a:srgbClr val="8C75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「時間がないから無理」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914400" y="2011680"/>
            <a:ext cx="722376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spc="40" kern="0" dirty="0">
                <a:solidFill>
                  <a:srgbClr val="A4264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　朝15分だけでも、一度自分に意識を戻す体験はできます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505456"/>
            <a:ext cx="786384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160">
            <a:solidFill>
              <a:srgbClr val="E8D8B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642616"/>
            <a:ext cx="7223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40" kern="0" dirty="0">
                <a:solidFill>
                  <a:srgbClr val="8C75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「自己流でやってきたから、今さら聞けない」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914400" y="2944368"/>
            <a:ext cx="722376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spc="40" kern="0" dirty="0">
                <a:solidFill>
                  <a:srgbClr val="A4264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　身体も所作も、一度プロから習うと新しい気づきが生まれます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3438144"/>
            <a:ext cx="7863840" cy="1078992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0160">
            <a:solidFill>
              <a:srgbClr val="E8D8B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3575304"/>
            <a:ext cx="7223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40" kern="0" dirty="0">
                <a:solidFill>
                  <a:srgbClr val="8C75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「5日間やっても、変われないかも」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914400" y="3877056"/>
            <a:ext cx="72237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spc="40" kern="0" dirty="0">
                <a:solidFill>
                  <a:srgbClr val="A4264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　5日で人生を変えるのではなく、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b="1" spc="40" kern="0" dirty="0">
                <a:solidFill>
                  <a:srgbClr val="A4264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　　「自分に戻る方法」をひとつ持ち帰ります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4590288"/>
            <a:ext cx="7863840" cy="10973"/>
          </a:xfrm>
          <a:prstGeom prst="rect">
            <a:avLst/>
          </a:prstGeom>
          <a:solidFill>
            <a:srgbClr val="E8D8BC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4681728"/>
            <a:ext cx="4572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8C75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私ファーストプログラム 5DAYS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8046720" y="4681728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spc="40" kern="0" dirty="0">
                <a:solidFill>
                  <a:srgbClr val="8C75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2880" y="182880"/>
            <a:ext cx="8778240" cy="4777740"/>
          </a:xfrm>
          <a:prstGeom prst="roundRect">
            <a:avLst>
              <a:gd name="adj" fmla="val 766"/>
            </a:avLst>
          </a:prstGeom>
          <a:solidFill>
            <a:srgbClr val="FDF5F6"/>
          </a:solidFill>
          <a:ln w="9525">
            <a:solidFill>
              <a:srgbClr val="E8D8B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1188720"/>
            <a:ext cx="7863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40" kern="0" dirty="0">
                <a:solidFill>
                  <a:srgbClr val="C4A06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THE  QUESTION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755648" y="1682496"/>
            <a:ext cx="5632704" cy="841248"/>
          </a:xfrm>
          <a:prstGeom prst="roundRect">
            <a:avLst>
              <a:gd name="adj" fmla="val 54348"/>
            </a:avLst>
          </a:prstGeom>
          <a:solidFill>
            <a:srgbClr val="F7DCE3"/>
          </a:solidFill>
          <a:ln w="12700">
            <a:solidFill>
              <a:srgbClr val="F7DCE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664208"/>
            <a:ext cx="786384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spc="80" kern="0" dirty="0">
                <a:solidFill>
                  <a:srgbClr val="A42647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「今日の私、どうしたい？」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3977640" y="2798064"/>
            <a:ext cx="1188720" cy="10973"/>
          </a:xfrm>
          <a:prstGeom prst="rect">
            <a:avLst/>
          </a:prstGeom>
          <a:solidFill>
            <a:srgbClr val="E8D8BC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3017520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spc="40" kern="0" dirty="0">
                <a:solidFill>
                  <a:srgbClr val="8C75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この5日間の、共通の問いです。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40080" y="3419856"/>
            <a:ext cx="7863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spc="80" kern="0" dirty="0">
                <a:solidFill>
                  <a:srgbClr val="A42647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正解を出すためではなく、自分の声を聞くために。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40080" y="3968496"/>
            <a:ext cx="7863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40" kern="0" dirty="0">
                <a:solidFill>
                  <a:srgbClr val="8C75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身体を整えたあとも、所作を整えたあとも、最後にここへ戻ります。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20624"/>
            <a:ext cx="7863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C4A06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  DAYS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640080" y="822960"/>
            <a:ext cx="4754880" cy="274320"/>
          </a:xfrm>
          <a:prstGeom prst="roundRect">
            <a:avLst>
              <a:gd name="adj" fmla="val 166667"/>
            </a:avLst>
          </a:prstGeom>
          <a:solidFill>
            <a:srgbClr val="F7DCE3"/>
          </a:solidFill>
          <a:ln w="12700">
            <a:solidFill>
              <a:srgbClr val="F7DCE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676656"/>
            <a:ext cx="78638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2500" b="1" spc="80" kern="0" dirty="0">
                <a:solidFill>
                  <a:srgbClr val="A42647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明日からの朝15分で、やること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40080" y="1792224"/>
            <a:ext cx="2487168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0160">
            <a:solidFill>
              <a:srgbClr val="E8D8B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920240"/>
            <a:ext cx="548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spc="80" kern="0" dirty="0">
                <a:solidFill>
                  <a:srgbClr val="F7DCE3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01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1371600" y="1993392"/>
            <a:ext cx="1572768" cy="274320"/>
          </a:xfrm>
          <a:prstGeom prst="roundRect">
            <a:avLst>
              <a:gd name="adj" fmla="val 166667"/>
            </a:avLst>
          </a:prstGeom>
          <a:solidFill>
            <a:srgbClr val="F7DCE3"/>
          </a:solidFill>
          <a:ln w="12700">
            <a:solidFill>
              <a:srgbClr val="F7DC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0" y="1975104"/>
            <a:ext cx="1572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spc="80" kern="0" dirty="0">
                <a:solidFill>
                  <a:srgbClr val="A42647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からだの5分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59536" y="2395728"/>
            <a:ext cx="204825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" kern="0" dirty="0">
                <a:solidFill>
                  <a:srgbClr val="C4A06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しおりん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59536" y="2688336"/>
            <a:ext cx="204825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spc="40" kern="0" dirty="0">
                <a:solidFill>
                  <a:srgbClr val="3F2E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身体を本来の位置に整えて、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spc="40" kern="0" dirty="0">
                <a:solidFill>
                  <a:srgbClr val="3F2E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気持ちも思考もすっきり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328416" y="1792224"/>
            <a:ext cx="2487168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0160">
            <a:solidFill>
              <a:srgbClr val="E8D8B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7872" y="1920240"/>
            <a:ext cx="548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spc="80" kern="0" dirty="0">
                <a:solidFill>
                  <a:srgbClr val="F7DCE3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4059936" y="1993392"/>
            <a:ext cx="1572768" cy="274320"/>
          </a:xfrm>
          <a:prstGeom prst="roundRect">
            <a:avLst>
              <a:gd name="adj" fmla="val 166667"/>
            </a:avLst>
          </a:prstGeom>
          <a:solidFill>
            <a:srgbClr val="F7DCE3"/>
          </a:solidFill>
          <a:ln w="12700">
            <a:solidFill>
              <a:srgbClr val="F7DC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059936" y="1975104"/>
            <a:ext cx="1572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spc="80" kern="0" dirty="0">
                <a:solidFill>
                  <a:srgbClr val="A42647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所作の5分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547872" y="2395728"/>
            <a:ext cx="204825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" kern="0" dirty="0">
                <a:solidFill>
                  <a:srgbClr val="C4A06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みゆき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547872" y="2688336"/>
            <a:ext cx="204825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spc="40" kern="0" dirty="0">
                <a:solidFill>
                  <a:srgbClr val="3F2E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和食のマナーで、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spc="40" kern="0" dirty="0">
                <a:solidFill>
                  <a:srgbClr val="3F2E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いつもの食事を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spc="40" kern="0" dirty="0">
                <a:solidFill>
                  <a:srgbClr val="3F2E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私のための時間に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016752" y="1792224"/>
            <a:ext cx="2487168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6510">
            <a:solidFill>
              <a:srgbClr val="E8A0B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36208" y="1920240"/>
            <a:ext cx="548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spc="80" kern="0" dirty="0">
                <a:solidFill>
                  <a:srgbClr val="F7DCE3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03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6748272" y="1993392"/>
            <a:ext cx="1572768" cy="274320"/>
          </a:xfrm>
          <a:prstGeom prst="roundRect">
            <a:avLst>
              <a:gd name="adj" fmla="val 166667"/>
            </a:avLst>
          </a:prstGeom>
          <a:solidFill>
            <a:srgbClr val="F7DCE3"/>
          </a:solidFill>
          <a:ln w="12700">
            <a:solidFill>
              <a:srgbClr val="F7DCE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48272" y="1975104"/>
            <a:ext cx="1572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spc="80" kern="0" dirty="0">
                <a:solidFill>
                  <a:srgbClr val="A42647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今日の私の5分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236208" y="2395728"/>
            <a:ext cx="204825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" kern="0" dirty="0">
                <a:solidFill>
                  <a:srgbClr val="C4A06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おふたりで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236208" y="2688336"/>
            <a:ext cx="204825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spc="40" kern="0" dirty="0">
                <a:solidFill>
                  <a:srgbClr val="3F2E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「今日の私、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spc="40" kern="0" dirty="0">
                <a:solidFill>
                  <a:srgbClr val="3F2E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どうしたい？」と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spc="40" kern="0" dirty="0">
                <a:solidFill>
                  <a:srgbClr val="3F2E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自分の心に耳を傾ける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40080" y="4078224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spc="40" kern="0" dirty="0">
                <a:solidFill>
                  <a:srgbClr val="8C75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今日は方法までは教えません。明日から、実際に体験します。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0080" y="4590288"/>
            <a:ext cx="7863840" cy="10973"/>
          </a:xfrm>
          <a:prstGeom prst="rect">
            <a:avLst/>
          </a:prstGeom>
          <a:solidFill>
            <a:srgbClr val="E8D8BC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4681728"/>
            <a:ext cx="4572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8C75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私ファーストプログラム 5DAYS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8046720" y="4681728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spc="40" kern="0" dirty="0">
                <a:solidFill>
                  <a:srgbClr val="8C75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20624"/>
            <a:ext cx="7863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C4A06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YOUR  GOAL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640080" y="822960"/>
            <a:ext cx="4937760" cy="274320"/>
          </a:xfrm>
          <a:prstGeom prst="roundRect">
            <a:avLst>
              <a:gd name="adj" fmla="val 166667"/>
            </a:avLst>
          </a:prstGeom>
          <a:solidFill>
            <a:srgbClr val="F7DCE3"/>
          </a:solidFill>
          <a:ln w="12700">
            <a:solidFill>
              <a:srgbClr val="F7DCE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676656"/>
            <a:ext cx="78638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2500" b="1" spc="80" kern="0" dirty="0">
                <a:solidFill>
                  <a:srgbClr val="A42647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あなたの5日後を、1つ決めましょう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40080" y="1591056"/>
            <a:ext cx="5943600" cy="402336"/>
          </a:xfrm>
          <a:prstGeom prst="roundRect">
            <a:avLst>
              <a:gd name="adj" fmla="val 113636"/>
            </a:avLst>
          </a:prstGeom>
          <a:solidFill>
            <a:srgbClr val="F7DCE3"/>
          </a:solidFill>
          <a:ln w="12700">
            <a:solidFill>
              <a:srgbClr val="F7DCE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572768"/>
            <a:ext cx="786384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850" b="1" spc="80" kern="0" dirty="0">
                <a:solidFill>
                  <a:srgbClr val="A42647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5日後に、どんな小さな変化があったら</a:t>
            </a:r>
            <a:endParaRPr lang="en-US" sz="185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850" b="1" spc="80" kern="0" dirty="0">
                <a:solidFill>
                  <a:srgbClr val="A42647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「ちょっと変わった」と思えそうですか？</a:t>
            </a:r>
            <a:endParaRPr lang="en-US" sz="1850" dirty="0"/>
          </a:p>
        </p:txBody>
      </p:sp>
      <p:sp>
        <p:nvSpPr>
          <p:cNvPr id="7" name="Shape 5"/>
          <p:cNvSpPr/>
          <p:nvPr/>
        </p:nvSpPr>
        <p:spPr>
          <a:xfrm>
            <a:off x="640080" y="2542032"/>
            <a:ext cx="3803904" cy="131673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0160">
            <a:solidFill>
              <a:srgbClr val="E8D8B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2724912"/>
            <a:ext cx="1600200" cy="274320"/>
          </a:xfrm>
          <a:prstGeom prst="roundRect">
            <a:avLst>
              <a:gd name="adj" fmla="val 166667"/>
            </a:avLst>
          </a:prstGeom>
          <a:solidFill>
            <a:srgbClr val="F7DCE3"/>
          </a:solidFill>
          <a:ln w="12700">
            <a:solidFill>
              <a:srgbClr val="F7DCE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697480"/>
            <a:ext cx="32552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80" kern="0" dirty="0">
                <a:solidFill>
                  <a:srgbClr val="A42647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大きすぎるもの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14400" y="3108960"/>
            <a:ext cx="3255264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spc="40" kern="0" dirty="0">
                <a:solidFill>
                  <a:srgbClr val="3F2E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毎朝、完璧に起きられた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spc="40" kern="0" dirty="0">
                <a:solidFill>
                  <a:srgbClr val="3F2E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5日で体が変わった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700016" y="2542032"/>
            <a:ext cx="3803904" cy="131673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6510">
            <a:solidFill>
              <a:srgbClr val="E8A0B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01184" y="2724912"/>
            <a:ext cx="2121408" cy="274320"/>
          </a:xfrm>
          <a:prstGeom prst="roundRect">
            <a:avLst>
              <a:gd name="adj" fmla="val 166667"/>
            </a:avLst>
          </a:prstGeom>
          <a:solidFill>
            <a:srgbClr val="F7DCE3"/>
          </a:solidFill>
          <a:ln w="12700">
            <a:solidFill>
              <a:srgbClr val="F7DCE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74336" y="2697480"/>
            <a:ext cx="32552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80" kern="0" dirty="0">
                <a:solidFill>
                  <a:srgbClr val="A42647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これくらいで十分です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974336" y="3108960"/>
            <a:ext cx="3255264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spc="40" kern="0" dirty="0">
                <a:solidFill>
                  <a:srgbClr val="3F2E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自分の疲れに気づけた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spc="40" kern="0" dirty="0">
                <a:solidFill>
                  <a:srgbClr val="3F2E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食事を一度、丁寧に食べられた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spc="40" kern="0" dirty="0">
                <a:solidFill>
                  <a:srgbClr val="3F2E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イライラしたときに深呼吸できた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4590288"/>
            <a:ext cx="7863840" cy="10973"/>
          </a:xfrm>
          <a:prstGeom prst="rect">
            <a:avLst/>
          </a:prstGeom>
          <a:solidFill>
            <a:srgbClr val="E8D8BC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4681728"/>
            <a:ext cx="4572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8C75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私ファーストプログラム 5DAYS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8046720" y="4681728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spc="40" kern="0" dirty="0">
                <a:solidFill>
                  <a:srgbClr val="8C75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D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20624"/>
            <a:ext cx="7863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C4A06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START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640080" y="822960"/>
            <a:ext cx="5303520" cy="274320"/>
          </a:xfrm>
          <a:prstGeom prst="roundRect">
            <a:avLst>
              <a:gd name="adj" fmla="val 166667"/>
            </a:avLst>
          </a:prstGeom>
          <a:solidFill>
            <a:srgbClr val="F7DCE3"/>
          </a:solidFill>
          <a:ln w="12700">
            <a:solidFill>
              <a:srgbClr val="F7DCE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676656"/>
            <a:ext cx="78638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2400" b="1" spc="80" kern="0" dirty="0">
                <a:solidFill>
                  <a:srgbClr val="A42647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明日から、まず15分だけ「私」を入れる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40080" y="1609344"/>
            <a:ext cx="7863840" cy="1042416"/>
          </a:xfrm>
          <a:prstGeom prst="roundRect">
            <a:avLst>
              <a:gd name="adj" fmla="val 7895"/>
            </a:avLst>
          </a:prstGeom>
          <a:solidFill>
            <a:srgbClr val="FCEEF2"/>
          </a:solidFill>
          <a:ln w="12700">
            <a:solidFill>
              <a:srgbClr val="E8A0B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773936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80" kern="0" dirty="0">
                <a:solidFill>
                  <a:srgbClr val="A42647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10月19日（月）〜 23日（金）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669280" y="1773936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80" kern="0" dirty="0">
                <a:solidFill>
                  <a:srgbClr val="C9325C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毎朝 6:30 – 6:45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2231136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spc="40" kern="0" dirty="0">
                <a:solidFill>
                  <a:srgbClr val="8C75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Zoomのリンクは、前日の夜までにお送りします。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2889504"/>
            <a:ext cx="6309360" cy="420624"/>
          </a:xfrm>
          <a:prstGeom prst="roundRect">
            <a:avLst>
              <a:gd name="adj" fmla="val 108696"/>
            </a:avLst>
          </a:prstGeom>
          <a:solidFill>
            <a:srgbClr val="F7DCE3"/>
          </a:solidFill>
          <a:ln w="12700">
            <a:solidFill>
              <a:srgbClr val="F7DCE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871216"/>
            <a:ext cx="78638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spc="80" kern="0" dirty="0">
                <a:solidFill>
                  <a:srgbClr val="3F2E33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寝坊した日があっても、次の朝また来れば大丈夫です。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640080" y="3584448"/>
            <a:ext cx="7863840" cy="10973"/>
          </a:xfrm>
          <a:prstGeom prst="rect">
            <a:avLst/>
          </a:prstGeom>
          <a:solidFill>
            <a:srgbClr val="E8D8BC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3749040"/>
            <a:ext cx="7863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C4A06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 &amp; A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40080" y="402336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40" kern="0" dirty="0">
                <a:solidFill>
                  <a:srgbClr val="8C75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聞きたいことがあれば、なんでもどうぞ　♡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4590288"/>
            <a:ext cx="7863840" cy="10973"/>
          </a:xfrm>
          <a:prstGeom prst="rect">
            <a:avLst/>
          </a:prstGeom>
          <a:solidFill>
            <a:srgbClr val="E8D8BC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4681728"/>
            <a:ext cx="4572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8C75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私ファーストプログラム 5DAYS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8046720" y="4681728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spc="40" kern="0" dirty="0">
                <a:solidFill>
                  <a:srgbClr val="8C75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私ファーストプログラム 5DAYS KICKOFF</dc:title>
  <dc:subject>PptxGenJS Presentation</dc:subject>
  <dc:creator>佐藤 栞</dc:creator>
  <cp:lastModifiedBy>佐藤 栞</cp:lastModifiedBy>
  <cp:revision>1</cp:revision>
  <dcterms:created xsi:type="dcterms:W3CDTF">2026-10-13T06:36:06Z</dcterms:created>
  <dcterms:modified xsi:type="dcterms:W3CDTF">2026-10-13T06:36:06Z</dcterms:modified>
</cp:coreProperties>
</file>