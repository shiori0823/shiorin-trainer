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8D5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40" kern="0" dirty="0">
                <a:solidFill>
                  <a:srgbClr val="E7C9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KICK 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spc="6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私ファーストプログラム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2231136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3D9C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 DAYS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977640" y="3035808"/>
            <a:ext cx="1188720" cy="22860"/>
          </a:xfrm>
          <a:prstGeom prst="rect">
            <a:avLst/>
          </a:prstGeom>
          <a:solidFill>
            <a:srgbClr val="E7C9A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7355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" kern="0" dirty="0">
                <a:solidFill>
                  <a:srgbClr val="F0DE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2026年10月18日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60273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しおりん（佐藤 栞）　×　みゆき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07822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40" kern="0" dirty="0">
                <a:solidFill>
                  <a:srgbClr val="E7C9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明日から5日間、1日15分だけ「私」を最優先にする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SPEAKER 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7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私が、身体を整えることを</a:t>
            </a:r>
            <a:endParaRPr lang="en-US" sz="27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7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伝える理由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9019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トレーナー／パワーリフター　しおりん（佐藤 栞）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　／　トレーニング　／　子育て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670048"/>
            <a:ext cx="8010144" cy="10973"/>
          </a:xfrm>
          <a:prstGeom prst="rect">
            <a:avLst/>
          </a:prstGeom>
          <a:solidFill>
            <a:srgbClr val="E8DCD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5292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1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身体を整えることで、</a:t>
            </a:r>
            <a:endParaRPr lang="en-US" sz="21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1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外に向いた矢印を、自分に戻す。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6928" y="37124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正しく立つことは、私にとって、思考を切り替えるスイッチです。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SPEAKER 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7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私が、所作を</a:t>
            </a:r>
            <a:endParaRPr lang="en-US" sz="27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7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伝える理由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9019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マナー講師　みゆき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家族や仕事を優先して、自分はいつも後回しだった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670048"/>
            <a:ext cx="8010144" cy="10973"/>
          </a:xfrm>
          <a:prstGeom prst="rect">
            <a:avLst/>
          </a:prstGeom>
          <a:solidFill>
            <a:srgbClr val="E8DCD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5292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1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所作を整えることは、</a:t>
            </a:r>
            <a:endParaRPr lang="en-US" sz="21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1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自分を丁寧に扱うこと。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6928" y="37124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マナーは、正しく見せるためだけのものではありません。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HELLO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7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まず、少しだけ</a:t>
            </a:r>
            <a:endParaRPr lang="en-US" sz="27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7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お互いを知りましょう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82296" cy="82296"/>
          </a:xfrm>
          <a:prstGeom prst="ellipse">
            <a:avLst/>
          </a:prstGeom>
          <a:solidFill>
            <a:srgbClr val="7A1524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お名前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34056"/>
            <a:ext cx="82296" cy="82296"/>
          </a:xfrm>
          <a:prstGeom prst="ellipse">
            <a:avLst/>
          </a:prstGeom>
          <a:solidFill>
            <a:srgbClr val="7A1524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615184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普段、どんなことをしていますか？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64408"/>
            <a:ext cx="82296" cy="82296"/>
          </a:xfrm>
          <a:prstGeom prst="ellipse">
            <a:avLst/>
          </a:prstGeom>
          <a:solidFill>
            <a:srgbClr val="7A1524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145536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この5DAYSで、ちょっと楽しみにしていること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785616"/>
            <a:ext cx="8010144" cy="676656"/>
          </a:xfrm>
          <a:prstGeom prst="roundRect">
            <a:avLst>
              <a:gd name="adj" fmla="val 8108"/>
            </a:avLst>
          </a:prstGeom>
          <a:solidFill>
            <a:srgbClr val="FBEFEF"/>
          </a:solidFill>
          <a:ln w="10160">
            <a:solidFill>
              <a:srgbClr val="F0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3192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30秒くらいで大丈夫です。　話したくないことは、話さなくて大丈夫です。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QUESTION 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なぜ、この5DAYSに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参加しようと思いましたか？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20665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うまく言葉にできなくても大丈夫です。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560320"/>
            <a:ext cx="8010144" cy="10973"/>
          </a:xfrm>
          <a:prstGeom prst="rect">
            <a:avLst/>
          </a:prstGeom>
          <a:solidFill>
            <a:srgbClr val="E8DCD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798064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spc="60" kern="0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「なんとなく気になった」も、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b="1" spc="60" kern="0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ちゃんとした理由です。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QUESTION 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5日後、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どんな自分になっていたい？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82296" cy="82296"/>
          </a:xfrm>
          <a:prstGeom prst="ellipse">
            <a:avLst/>
          </a:prstGeom>
          <a:solidFill>
            <a:srgbClr val="7A1524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29968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朝、自分のための時間がとれている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69464"/>
            <a:ext cx="82296" cy="82296"/>
          </a:xfrm>
          <a:prstGeom prst="ellipse">
            <a:avLst/>
          </a:prstGeom>
          <a:solidFill>
            <a:srgbClr val="7A1524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50592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自分の疲れに、気づける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82296" cy="82296"/>
          </a:xfrm>
          <a:prstGeom prst="ellipse">
            <a:avLst/>
          </a:prstGeom>
          <a:solidFill>
            <a:srgbClr val="7A1524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871216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食事を一度、丁寧に食べられる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82296" cy="82296"/>
          </a:xfrm>
          <a:prstGeom prst="ellipse">
            <a:avLst/>
          </a:prstGeom>
          <a:solidFill>
            <a:srgbClr val="7A1524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291840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イライラしたときに、一度止まれる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31336"/>
            <a:ext cx="82296" cy="82296"/>
          </a:xfrm>
          <a:prstGeom prst="ellipse">
            <a:avLst/>
          </a:prstGeom>
          <a:solidFill>
            <a:srgbClr val="7A1524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712464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「今日の私、どうしたい？」が聞けている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43159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近いものを、1つ選んでみてください。ほかにあれば、それでも大丈夫です。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CONCEPT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5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私ファーストは、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「自分だけ優先」ではありません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3895344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E8D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31136"/>
            <a:ext cx="3419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　ちがうもの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596896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自分のことだけを優先する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誰かを後回しにする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81728" y="2029968"/>
            <a:ext cx="3895344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7780">
            <a:solidFill>
              <a:srgbClr val="7A1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2231136"/>
            <a:ext cx="3419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　こちらです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19472" y="2596896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自分を、置いていかない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456432"/>
            <a:ext cx="8010144" cy="10973"/>
          </a:xfrm>
          <a:prstGeom prst="rect">
            <a:avLst/>
          </a:prstGeom>
          <a:solidFill>
            <a:srgbClr val="E8DCD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63931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誰かのために動くことは、変えなくていい。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その順番の中に、自分を入れるだけです。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MINDSET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3つの思い込みを、外します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801014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8D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2821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「時間がないから無理」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02996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　朝15分だけでも、一度自分に意識を戻す体験はできます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23744"/>
            <a:ext cx="801014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8DC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6609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「自己流でやってきたから、今さら聞けない」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96265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　身体も所作も、一度プロから習うと新しい気づきが生まれます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456432"/>
            <a:ext cx="8010144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E8D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593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「5日間やっても、変われないかも」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89534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　5日で人生を変えるのではなく、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「自分に戻る方法」をひとつ持ち帰ります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070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20" kern="0" dirty="0">
                <a:solidFill>
                  <a:srgbClr val="E7C9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700784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6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「今日の私、どうしたい？」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977640" y="2743200"/>
            <a:ext cx="1188720" cy="22860"/>
          </a:xfrm>
          <a:prstGeom prst="rect">
            <a:avLst/>
          </a:prstGeom>
          <a:solidFill>
            <a:srgbClr val="E7C9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98094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40" kern="0" dirty="0">
                <a:solidFill>
                  <a:srgbClr val="F0DE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この5日間の、共通の問いです。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40156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正解を出すためではなく、自分の声を聞くために。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40" kern="0" dirty="0">
                <a:solidFill>
                  <a:srgbClr val="E7C9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身体を整えたあとも、所作を整えたあとも、最後にここへ戻ります。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DAYS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5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明日からの朝15分で、</a:t>
            </a:r>
            <a:endParaRPr lang="en-US" sz="25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5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やること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2066544"/>
            <a:ext cx="2523744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0160">
            <a:solidFill>
              <a:srgbClr val="E8DC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86000"/>
            <a:ext cx="310896" cy="27432"/>
          </a:xfrm>
          <a:prstGeom prst="rect">
            <a:avLst/>
          </a:prstGeom>
          <a:solidFill>
            <a:srgbClr val="B08D5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14016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からだの5分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761488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017520"/>
            <a:ext cx="20482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身体を本来の位置に整えて、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気持ちも思考もすっきり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2066544"/>
            <a:ext cx="2523744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0160">
            <a:solidFill>
              <a:srgbClr val="E8DC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2286000"/>
            <a:ext cx="310896" cy="27432"/>
          </a:xfrm>
          <a:prstGeom prst="rect">
            <a:avLst/>
          </a:prstGeom>
          <a:solidFill>
            <a:srgbClr val="B08D5B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414016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所作の5分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761488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みゆき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47872" y="3017520"/>
            <a:ext cx="20482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和食のマナーで、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いつもの食事を私のための時間に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53328" y="2066544"/>
            <a:ext cx="2523744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7780">
            <a:solidFill>
              <a:srgbClr val="7A15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2286000"/>
            <a:ext cx="310896" cy="27432"/>
          </a:xfrm>
          <a:prstGeom prst="rect">
            <a:avLst/>
          </a:prstGeom>
          <a:solidFill>
            <a:srgbClr val="B08D5B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2414016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今日の私の5分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1072" y="2761488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おふたりで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91072" y="3017520"/>
            <a:ext cx="20482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「今日の私、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どうしたい？」と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自分の心に耳を傾ける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16966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今日は方法までは教えません。明日から、実際に体験します。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YOUR GOAL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あなたの5日後を、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1つ決めましょう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spc="60" kern="0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5日後に、どんな小さな変化があったら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spc="60" kern="0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「ちょっと変わった」と思えそうですか？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2834640"/>
            <a:ext cx="8010144" cy="10973"/>
          </a:xfrm>
          <a:prstGeom prst="rect">
            <a:avLst/>
          </a:prstGeom>
          <a:solidFill>
            <a:srgbClr val="E8DCD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907792"/>
            <a:ext cx="3895344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0160">
            <a:solidFill>
              <a:srgbClr val="E8DC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108960"/>
            <a:ext cx="3419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　大きすぎるもの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3474720"/>
            <a:ext cx="34198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毎朝、完璧に起きられた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5日で体が変わった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2907792"/>
            <a:ext cx="3895344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7780">
            <a:solidFill>
              <a:srgbClr val="7A1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3108960"/>
            <a:ext cx="3419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4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　これくらいで十分です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19472" y="3474720"/>
            <a:ext cx="34198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自分の疲れに気づけた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食事を一度、丁寧に食べられた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spc="40" kern="0" dirty="0">
                <a:solidFill>
                  <a:srgbClr val="2B22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イライラしたときに深呼吸できた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667512"/>
            <a:ext cx="457200" cy="32004"/>
          </a:xfrm>
          <a:prstGeom prst="rect">
            <a:avLst/>
          </a:prstGeom>
          <a:solidFill>
            <a:srgbClr val="7A15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明日から、まず15分だけ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「私」を入れる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8010144" cy="987552"/>
          </a:xfrm>
          <a:prstGeom prst="roundRect">
            <a:avLst>
              <a:gd name="adj" fmla="val 5556"/>
            </a:avLst>
          </a:prstGeom>
          <a:solidFill>
            <a:srgbClr val="FBEFEF"/>
          </a:solidFill>
          <a:ln w="10160">
            <a:solidFill>
              <a:srgbClr val="F0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12848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60" kern="0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10月19日（月）〜 23日（金）　　毎朝 6:30 – 6:45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26334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Zoomのリンクは、前日の夜までにお送りします。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3218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60" kern="0" dirty="0">
                <a:solidFill>
                  <a:srgbClr val="2B22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寝坊した日があっても、次の朝また来れば大丈夫です。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66928" y="38221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40965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聞きたいことがあれば、なんでもどうぞ。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46817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私ファーストプログラム 5DAYS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38160" y="46817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40" kern="0" dirty="0">
                <a:solidFill>
                  <a:srgbClr val="7A6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私ファーストプログラム 5DAYS KICKOFF</dc:title>
  <dc:subject>PptxGenJS Presentation</dc:subject>
  <dc:creator>佐藤 栞</dc:creator>
  <cp:lastModifiedBy>佐藤 栞</cp:lastModifiedBy>
  <cp:revision>1</cp:revision>
  <dcterms:created xsi:type="dcterms:W3CDTF">2026-10-13T05:45:39Z</dcterms:created>
  <dcterms:modified xsi:type="dcterms:W3CDTF">2026-10-13T05:45:39Z</dcterms:modified>
</cp:coreProperties>
</file>